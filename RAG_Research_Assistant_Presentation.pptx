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7" autoAdjust="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369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2.png"/><Relationship Id="rId7" Type="http://schemas.openxmlformats.org/officeDocument/2006/relationships/image" Target="../media/image15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2.png"/><Relationship Id="rId7" Type="http://schemas.openxmlformats.org/officeDocument/2006/relationships/image" Target="../media/image15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7C687-AE40-4F9E-865C-ECFBF987D9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7BEBD87-050A-4960-AF26-063BFC98C8FA}">
      <dgm:prSet/>
      <dgm:spPr/>
      <dgm:t>
        <a:bodyPr/>
        <a:lstStyle/>
        <a:p>
          <a:pPr>
            <a:defRPr cap="all"/>
          </a:pPr>
          <a:r>
            <a:rPr lang="en-US"/>
            <a:t>Goal: Build an intelligent research assistant using RAG pipeline.</a:t>
          </a:r>
        </a:p>
      </dgm:t>
    </dgm:pt>
    <dgm:pt modelId="{A60B61CD-36FC-4695-AAB9-6D8CF528CADC}" type="parTrans" cxnId="{C586C382-B10A-4DBC-85EB-A6543947047A}">
      <dgm:prSet/>
      <dgm:spPr/>
      <dgm:t>
        <a:bodyPr/>
        <a:lstStyle/>
        <a:p>
          <a:endParaRPr lang="en-US"/>
        </a:p>
      </dgm:t>
    </dgm:pt>
    <dgm:pt modelId="{A5EBEC3F-6517-44AC-A599-F6B164E9AB32}" type="sibTrans" cxnId="{C586C382-B10A-4DBC-85EB-A6543947047A}">
      <dgm:prSet/>
      <dgm:spPr/>
      <dgm:t>
        <a:bodyPr/>
        <a:lstStyle/>
        <a:p>
          <a:endParaRPr lang="en-US"/>
        </a:p>
      </dgm:t>
    </dgm:pt>
    <dgm:pt modelId="{D3204800-7BDC-497A-82C1-0A6DB9F2FB3D}">
      <dgm:prSet/>
      <dgm:spPr/>
      <dgm:t>
        <a:bodyPr/>
        <a:lstStyle/>
        <a:p>
          <a:pPr>
            <a:defRPr cap="all"/>
          </a:pPr>
          <a:r>
            <a:rPr lang="en-US"/>
            <a:t>Inputs: Multiple research papers in PDF format.</a:t>
          </a:r>
        </a:p>
      </dgm:t>
    </dgm:pt>
    <dgm:pt modelId="{A26F623A-78E7-4C72-A4B8-E82BC2EC7A53}" type="parTrans" cxnId="{E8DAA52F-D2CF-4709-AA35-AFDAC90AC268}">
      <dgm:prSet/>
      <dgm:spPr/>
      <dgm:t>
        <a:bodyPr/>
        <a:lstStyle/>
        <a:p>
          <a:endParaRPr lang="en-US"/>
        </a:p>
      </dgm:t>
    </dgm:pt>
    <dgm:pt modelId="{B6D48610-FF2F-480D-BC3D-7B12F3CB2072}" type="sibTrans" cxnId="{E8DAA52F-D2CF-4709-AA35-AFDAC90AC268}">
      <dgm:prSet/>
      <dgm:spPr/>
      <dgm:t>
        <a:bodyPr/>
        <a:lstStyle/>
        <a:p>
          <a:endParaRPr lang="en-US"/>
        </a:p>
      </dgm:t>
    </dgm:pt>
    <dgm:pt modelId="{DEC62485-041D-4EE2-93F2-049C4124A59B}">
      <dgm:prSet/>
      <dgm:spPr/>
      <dgm:t>
        <a:bodyPr/>
        <a:lstStyle/>
        <a:p>
          <a:pPr>
            <a:defRPr cap="all"/>
          </a:pPr>
          <a:r>
            <a:rPr lang="en-US"/>
            <a:t>Output: Answers to user queries backed by contextual citations.</a:t>
          </a:r>
        </a:p>
      </dgm:t>
    </dgm:pt>
    <dgm:pt modelId="{14D3CEFA-3C81-4CD8-BD3E-DDB3E6CD5FF4}" type="parTrans" cxnId="{9C7A3E23-DA1C-455F-936D-AA269B8BAE83}">
      <dgm:prSet/>
      <dgm:spPr/>
      <dgm:t>
        <a:bodyPr/>
        <a:lstStyle/>
        <a:p>
          <a:endParaRPr lang="en-US"/>
        </a:p>
      </dgm:t>
    </dgm:pt>
    <dgm:pt modelId="{1B054F51-DB34-46DD-97A6-A5596A654BED}" type="sibTrans" cxnId="{9C7A3E23-DA1C-455F-936D-AA269B8BAE83}">
      <dgm:prSet/>
      <dgm:spPr/>
      <dgm:t>
        <a:bodyPr/>
        <a:lstStyle/>
        <a:p>
          <a:endParaRPr lang="en-US"/>
        </a:p>
      </dgm:t>
    </dgm:pt>
    <dgm:pt modelId="{5A611997-8140-4517-86C2-13149B80F0CC}" type="pres">
      <dgm:prSet presAssocID="{6397C687-AE40-4F9E-865C-ECFBF987D906}" presName="root" presStyleCnt="0">
        <dgm:presLayoutVars>
          <dgm:dir/>
          <dgm:resizeHandles val="exact"/>
        </dgm:presLayoutVars>
      </dgm:prSet>
      <dgm:spPr/>
    </dgm:pt>
    <dgm:pt modelId="{6C39EA06-DB3F-4133-AAC4-3C413CEB2120}" type="pres">
      <dgm:prSet presAssocID="{97BEBD87-050A-4960-AF26-063BFC98C8FA}" presName="compNode" presStyleCnt="0"/>
      <dgm:spPr/>
    </dgm:pt>
    <dgm:pt modelId="{81B32250-739C-4772-9E05-8C9C811609E2}" type="pres">
      <dgm:prSet presAssocID="{97BEBD87-050A-4960-AF26-063BFC98C8FA}" presName="iconBgRect" presStyleLbl="bgShp" presStyleIdx="0" presStyleCnt="3"/>
      <dgm:spPr/>
    </dgm:pt>
    <dgm:pt modelId="{BCFB8C73-3E98-4D4D-927F-392016A5383D}" type="pres">
      <dgm:prSet presAssocID="{97BEBD87-050A-4960-AF26-063BFC98C8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5473D34-002D-474D-B1CC-8A1FB1757CD0}" type="pres">
      <dgm:prSet presAssocID="{97BEBD87-050A-4960-AF26-063BFC98C8FA}" presName="spaceRect" presStyleCnt="0"/>
      <dgm:spPr/>
    </dgm:pt>
    <dgm:pt modelId="{8BC7B258-3F59-4AA3-ACFD-87615FF3AB0D}" type="pres">
      <dgm:prSet presAssocID="{97BEBD87-050A-4960-AF26-063BFC98C8FA}" presName="textRect" presStyleLbl="revTx" presStyleIdx="0" presStyleCnt="3">
        <dgm:presLayoutVars>
          <dgm:chMax val="1"/>
          <dgm:chPref val="1"/>
        </dgm:presLayoutVars>
      </dgm:prSet>
      <dgm:spPr/>
    </dgm:pt>
    <dgm:pt modelId="{F6F6CA21-71FF-491F-B97B-23AB0F8925AD}" type="pres">
      <dgm:prSet presAssocID="{A5EBEC3F-6517-44AC-A599-F6B164E9AB32}" presName="sibTrans" presStyleCnt="0"/>
      <dgm:spPr/>
    </dgm:pt>
    <dgm:pt modelId="{C40C8A12-2B64-4078-B6B5-406088F484D5}" type="pres">
      <dgm:prSet presAssocID="{D3204800-7BDC-497A-82C1-0A6DB9F2FB3D}" presName="compNode" presStyleCnt="0"/>
      <dgm:spPr/>
    </dgm:pt>
    <dgm:pt modelId="{502CABBC-9D3E-417D-936E-BCD345279F24}" type="pres">
      <dgm:prSet presAssocID="{D3204800-7BDC-497A-82C1-0A6DB9F2FB3D}" presName="iconBgRect" presStyleLbl="bgShp" presStyleIdx="1" presStyleCnt="3"/>
      <dgm:spPr/>
    </dgm:pt>
    <dgm:pt modelId="{4C2E7E63-8CE4-4079-AE39-9514FE363A00}" type="pres">
      <dgm:prSet presAssocID="{D3204800-7BDC-497A-82C1-0A6DB9F2FB3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df"/>
        </a:ext>
      </dgm:extLst>
    </dgm:pt>
    <dgm:pt modelId="{0D7203E2-011D-4BF6-8649-0240B25EA3F1}" type="pres">
      <dgm:prSet presAssocID="{D3204800-7BDC-497A-82C1-0A6DB9F2FB3D}" presName="spaceRect" presStyleCnt="0"/>
      <dgm:spPr/>
    </dgm:pt>
    <dgm:pt modelId="{AAE105A2-E98B-4F00-84BB-03BFA2BCD1E9}" type="pres">
      <dgm:prSet presAssocID="{D3204800-7BDC-497A-82C1-0A6DB9F2FB3D}" presName="textRect" presStyleLbl="revTx" presStyleIdx="1" presStyleCnt="3">
        <dgm:presLayoutVars>
          <dgm:chMax val="1"/>
          <dgm:chPref val="1"/>
        </dgm:presLayoutVars>
      </dgm:prSet>
      <dgm:spPr/>
    </dgm:pt>
    <dgm:pt modelId="{B93A671A-3798-4429-8501-5BA45D41F358}" type="pres">
      <dgm:prSet presAssocID="{B6D48610-FF2F-480D-BC3D-7B12F3CB2072}" presName="sibTrans" presStyleCnt="0"/>
      <dgm:spPr/>
    </dgm:pt>
    <dgm:pt modelId="{A1AADDD6-635B-4223-96C8-A336B79F896C}" type="pres">
      <dgm:prSet presAssocID="{DEC62485-041D-4EE2-93F2-049C4124A59B}" presName="compNode" presStyleCnt="0"/>
      <dgm:spPr/>
    </dgm:pt>
    <dgm:pt modelId="{8569A1DB-562E-41D8-A712-F1AE11C369AE}" type="pres">
      <dgm:prSet presAssocID="{DEC62485-041D-4EE2-93F2-049C4124A59B}" presName="iconBgRect" presStyleLbl="bgShp" presStyleIdx="2" presStyleCnt="3"/>
      <dgm:spPr/>
    </dgm:pt>
    <dgm:pt modelId="{24F6EBBE-9F71-4E08-9D88-6F3E8386E524}" type="pres">
      <dgm:prSet presAssocID="{DEC62485-041D-4EE2-93F2-049C4124A5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arch"/>
        </a:ext>
      </dgm:extLst>
    </dgm:pt>
    <dgm:pt modelId="{17C17A4F-2BB9-4BDE-8DEC-0CA4D279FA89}" type="pres">
      <dgm:prSet presAssocID="{DEC62485-041D-4EE2-93F2-049C4124A59B}" presName="spaceRect" presStyleCnt="0"/>
      <dgm:spPr/>
    </dgm:pt>
    <dgm:pt modelId="{BAC256DC-335D-4F31-8C57-B4156ACC7FD1}" type="pres">
      <dgm:prSet presAssocID="{DEC62485-041D-4EE2-93F2-049C4124A59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7A3E23-DA1C-455F-936D-AA269B8BAE83}" srcId="{6397C687-AE40-4F9E-865C-ECFBF987D906}" destId="{DEC62485-041D-4EE2-93F2-049C4124A59B}" srcOrd="2" destOrd="0" parTransId="{14D3CEFA-3C81-4CD8-BD3E-DDB3E6CD5FF4}" sibTransId="{1B054F51-DB34-46DD-97A6-A5596A654BED}"/>
    <dgm:cxn modelId="{E8DAA52F-D2CF-4709-AA35-AFDAC90AC268}" srcId="{6397C687-AE40-4F9E-865C-ECFBF987D906}" destId="{D3204800-7BDC-497A-82C1-0A6DB9F2FB3D}" srcOrd="1" destOrd="0" parTransId="{A26F623A-78E7-4C72-A4B8-E82BC2EC7A53}" sibTransId="{B6D48610-FF2F-480D-BC3D-7B12F3CB2072}"/>
    <dgm:cxn modelId="{46162138-635C-4ADC-80FC-2E40861B161D}" type="presOf" srcId="{6397C687-AE40-4F9E-865C-ECFBF987D906}" destId="{5A611997-8140-4517-86C2-13149B80F0CC}" srcOrd="0" destOrd="0" presId="urn:microsoft.com/office/officeart/2018/5/layout/IconCircleLabelList"/>
    <dgm:cxn modelId="{089B046A-CC52-443C-B960-D2B6284611D7}" type="presOf" srcId="{D3204800-7BDC-497A-82C1-0A6DB9F2FB3D}" destId="{AAE105A2-E98B-4F00-84BB-03BFA2BCD1E9}" srcOrd="0" destOrd="0" presId="urn:microsoft.com/office/officeart/2018/5/layout/IconCircleLabelList"/>
    <dgm:cxn modelId="{C586C382-B10A-4DBC-85EB-A6543947047A}" srcId="{6397C687-AE40-4F9E-865C-ECFBF987D906}" destId="{97BEBD87-050A-4960-AF26-063BFC98C8FA}" srcOrd="0" destOrd="0" parTransId="{A60B61CD-36FC-4695-AAB9-6D8CF528CADC}" sibTransId="{A5EBEC3F-6517-44AC-A599-F6B164E9AB32}"/>
    <dgm:cxn modelId="{C5F358CB-8936-4752-A403-3006D89FB61C}" type="presOf" srcId="{DEC62485-041D-4EE2-93F2-049C4124A59B}" destId="{BAC256DC-335D-4F31-8C57-B4156ACC7FD1}" srcOrd="0" destOrd="0" presId="urn:microsoft.com/office/officeart/2018/5/layout/IconCircleLabelList"/>
    <dgm:cxn modelId="{01A0DDF7-3FCB-43FE-AEA8-5C2165D61834}" type="presOf" srcId="{97BEBD87-050A-4960-AF26-063BFC98C8FA}" destId="{8BC7B258-3F59-4AA3-ACFD-87615FF3AB0D}" srcOrd="0" destOrd="0" presId="urn:microsoft.com/office/officeart/2018/5/layout/IconCircleLabelList"/>
    <dgm:cxn modelId="{A53C9FD3-C23D-47D4-987D-B548AE7E5DA6}" type="presParOf" srcId="{5A611997-8140-4517-86C2-13149B80F0CC}" destId="{6C39EA06-DB3F-4133-AAC4-3C413CEB2120}" srcOrd="0" destOrd="0" presId="urn:microsoft.com/office/officeart/2018/5/layout/IconCircleLabelList"/>
    <dgm:cxn modelId="{2A5EE890-A406-4297-8DE5-7BB5DE76C029}" type="presParOf" srcId="{6C39EA06-DB3F-4133-AAC4-3C413CEB2120}" destId="{81B32250-739C-4772-9E05-8C9C811609E2}" srcOrd="0" destOrd="0" presId="urn:microsoft.com/office/officeart/2018/5/layout/IconCircleLabelList"/>
    <dgm:cxn modelId="{1F937632-FB19-423C-9C07-39B01B73FB5D}" type="presParOf" srcId="{6C39EA06-DB3F-4133-AAC4-3C413CEB2120}" destId="{BCFB8C73-3E98-4D4D-927F-392016A5383D}" srcOrd="1" destOrd="0" presId="urn:microsoft.com/office/officeart/2018/5/layout/IconCircleLabelList"/>
    <dgm:cxn modelId="{FBF4ADFE-63B2-4E55-A21E-835F425F0259}" type="presParOf" srcId="{6C39EA06-DB3F-4133-AAC4-3C413CEB2120}" destId="{F5473D34-002D-474D-B1CC-8A1FB1757CD0}" srcOrd="2" destOrd="0" presId="urn:microsoft.com/office/officeart/2018/5/layout/IconCircleLabelList"/>
    <dgm:cxn modelId="{C293B5C6-19CD-4AFD-BF13-02B38B66F044}" type="presParOf" srcId="{6C39EA06-DB3F-4133-AAC4-3C413CEB2120}" destId="{8BC7B258-3F59-4AA3-ACFD-87615FF3AB0D}" srcOrd="3" destOrd="0" presId="urn:microsoft.com/office/officeart/2018/5/layout/IconCircleLabelList"/>
    <dgm:cxn modelId="{D585D49B-3FC9-4437-BDE6-BF391D2CD840}" type="presParOf" srcId="{5A611997-8140-4517-86C2-13149B80F0CC}" destId="{F6F6CA21-71FF-491F-B97B-23AB0F8925AD}" srcOrd="1" destOrd="0" presId="urn:microsoft.com/office/officeart/2018/5/layout/IconCircleLabelList"/>
    <dgm:cxn modelId="{F419BAD4-583B-4632-8279-1C9E27D8F3AB}" type="presParOf" srcId="{5A611997-8140-4517-86C2-13149B80F0CC}" destId="{C40C8A12-2B64-4078-B6B5-406088F484D5}" srcOrd="2" destOrd="0" presId="urn:microsoft.com/office/officeart/2018/5/layout/IconCircleLabelList"/>
    <dgm:cxn modelId="{1705ECD1-AC7C-4682-BCDB-A89554BDFE14}" type="presParOf" srcId="{C40C8A12-2B64-4078-B6B5-406088F484D5}" destId="{502CABBC-9D3E-417D-936E-BCD345279F24}" srcOrd="0" destOrd="0" presId="urn:microsoft.com/office/officeart/2018/5/layout/IconCircleLabelList"/>
    <dgm:cxn modelId="{93313B6C-3F2C-47F5-84AE-6DCD354F5F7D}" type="presParOf" srcId="{C40C8A12-2B64-4078-B6B5-406088F484D5}" destId="{4C2E7E63-8CE4-4079-AE39-9514FE363A00}" srcOrd="1" destOrd="0" presId="urn:microsoft.com/office/officeart/2018/5/layout/IconCircleLabelList"/>
    <dgm:cxn modelId="{0B2D8D74-B75A-409B-AA09-B759442DAE9D}" type="presParOf" srcId="{C40C8A12-2B64-4078-B6B5-406088F484D5}" destId="{0D7203E2-011D-4BF6-8649-0240B25EA3F1}" srcOrd="2" destOrd="0" presId="urn:microsoft.com/office/officeart/2018/5/layout/IconCircleLabelList"/>
    <dgm:cxn modelId="{2F7122F4-6103-4147-A00C-ED6C5E5614A0}" type="presParOf" srcId="{C40C8A12-2B64-4078-B6B5-406088F484D5}" destId="{AAE105A2-E98B-4F00-84BB-03BFA2BCD1E9}" srcOrd="3" destOrd="0" presId="urn:microsoft.com/office/officeart/2018/5/layout/IconCircleLabelList"/>
    <dgm:cxn modelId="{1D6318D9-1E41-4412-94D4-CC1B31CA5500}" type="presParOf" srcId="{5A611997-8140-4517-86C2-13149B80F0CC}" destId="{B93A671A-3798-4429-8501-5BA45D41F358}" srcOrd="3" destOrd="0" presId="urn:microsoft.com/office/officeart/2018/5/layout/IconCircleLabelList"/>
    <dgm:cxn modelId="{314BBAAB-2578-4463-87B0-3657830782CC}" type="presParOf" srcId="{5A611997-8140-4517-86C2-13149B80F0CC}" destId="{A1AADDD6-635B-4223-96C8-A336B79F896C}" srcOrd="4" destOrd="0" presId="urn:microsoft.com/office/officeart/2018/5/layout/IconCircleLabelList"/>
    <dgm:cxn modelId="{40CEE088-9264-4883-9785-A6379D1BE125}" type="presParOf" srcId="{A1AADDD6-635B-4223-96C8-A336B79F896C}" destId="{8569A1DB-562E-41D8-A712-F1AE11C369AE}" srcOrd="0" destOrd="0" presId="urn:microsoft.com/office/officeart/2018/5/layout/IconCircleLabelList"/>
    <dgm:cxn modelId="{C40A5701-18A3-439D-8EA0-5D1693308593}" type="presParOf" srcId="{A1AADDD6-635B-4223-96C8-A336B79F896C}" destId="{24F6EBBE-9F71-4E08-9D88-6F3E8386E524}" srcOrd="1" destOrd="0" presId="urn:microsoft.com/office/officeart/2018/5/layout/IconCircleLabelList"/>
    <dgm:cxn modelId="{8D3052ED-1592-49DE-9C7D-D79A82A0C511}" type="presParOf" srcId="{A1AADDD6-635B-4223-96C8-A336B79F896C}" destId="{17C17A4F-2BB9-4BDE-8DEC-0CA4D279FA89}" srcOrd="2" destOrd="0" presId="urn:microsoft.com/office/officeart/2018/5/layout/IconCircleLabelList"/>
    <dgm:cxn modelId="{38928772-1D93-47F2-9BBD-26B1B3D9A8FB}" type="presParOf" srcId="{A1AADDD6-635B-4223-96C8-A336B79F896C}" destId="{BAC256DC-335D-4F31-8C57-B4156ACC7FD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EC508F-5099-428A-84C5-AEB894FDD7B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315F60-997C-4180-B663-EA8D36538507}">
      <dgm:prSet/>
      <dgm:spPr/>
      <dgm:t>
        <a:bodyPr/>
        <a:lstStyle/>
        <a:p>
          <a:r>
            <a:rPr lang="en-US"/>
            <a:t>LangChain (RetrievalQA pipeline)</a:t>
          </a:r>
        </a:p>
      </dgm:t>
    </dgm:pt>
    <dgm:pt modelId="{ED06295A-B1FE-4E9F-AC22-5A8C05F43AC3}" type="parTrans" cxnId="{31CDF751-4FCE-404C-B5FC-C2E4F20E6E01}">
      <dgm:prSet/>
      <dgm:spPr/>
      <dgm:t>
        <a:bodyPr/>
        <a:lstStyle/>
        <a:p>
          <a:endParaRPr lang="en-US"/>
        </a:p>
      </dgm:t>
    </dgm:pt>
    <dgm:pt modelId="{82472582-2A2A-4FD9-A19F-B7F970F40B24}" type="sibTrans" cxnId="{31CDF751-4FCE-404C-B5FC-C2E4F20E6E01}">
      <dgm:prSet/>
      <dgm:spPr/>
      <dgm:t>
        <a:bodyPr/>
        <a:lstStyle/>
        <a:p>
          <a:endParaRPr lang="en-US"/>
        </a:p>
      </dgm:t>
    </dgm:pt>
    <dgm:pt modelId="{5E14164A-8AC3-42A0-8E56-96955C1AF004}">
      <dgm:prSet/>
      <dgm:spPr/>
      <dgm:t>
        <a:bodyPr/>
        <a:lstStyle/>
        <a:p>
          <a:r>
            <a:rPr lang="en-US"/>
            <a:t>ChromaDB (Vector DB)</a:t>
          </a:r>
        </a:p>
      </dgm:t>
    </dgm:pt>
    <dgm:pt modelId="{536484AD-3C29-4060-97E0-B072D119C1BF}" type="parTrans" cxnId="{D3E1F205-B01B-4EDE-9CB5-DBD1E59C60CE}">
      <dgm:prSet/>
      <dgm:spPr/>
      <dgm:t>
        <a:bodyPr/>
        <a:lstStyle/>
        <a:p>
          <a:endParaRPr lang="en-US"/>
        </a:p>
      </dgm:t>
    </dgm:pt>
    <dgm:pt modelId="{00A57087-F8B1-4AB3-9F00-E9F995D2319B}" type="sibTrans" cxnId="{D3E1F205-B01B-4EDE-9CB5-DBD1E59C60CE}">
      <dgm:prSet/>
      <dgm:spPr/>
      <dgm:t>
        <a:bodyPr/>
        <a:lstStyle/>
        <a:p>
          <a:endParaRPr lang="en-US"/>
        </a:p>
      </dgm:t>
    </dgm:pt>
    <dgm:pt modelId="{8E25E93F-683A-42A7-9374-A70DAD04EB1A}">
      <dgm:prSet/>
      <dgm:spPr/>
      <dgm:t>
        <a:bodyPr/>
        <a:lstStyle/>
        <a:p>
          <a:r>
            <a:rPr lang="en-US"/>
            <a:t>Gemini Pro (LLM)</a:t>
          </a:r>
        </a:p>
      </dgm:t>
    </dgm:pt>
    <dgm:pt modelId="{90BD2E54-B50F-4F17-BA66-2312B11F9ED4}" type="parTrans" cxnId="{4F72D650-C3F9-4A09-828D-2BB13DD22D52}">
      <dgm:prSet/>
      <dgm:spPr/>
      <dgm:t>
        <a:bodyPr/>
        <a:lstStyle/>
        <a:p>
          <a:endParaRPr lang="en-US"/>
        </a:p>
      </dgm:t>
    </dgm:pt>
    <dgm:pt modelId="{B2E00424-3745-4EAA-8138-275532ABD3B0}" type="sibTrans" cxnId="{4F72D650-C3F9-4A09-828D-2BB13DD22D52}">
      <dgm:prSet/>
      <dgm:spPr/>
      <dgm:t>
        <a:bodyPr/>
        <a:lstStyle/>
        <a:p>
          <a:endParaRPr lang="en-US"/>
        </a:p>
      </dgm:t>
    </dgm:pt>
    <dgm:pt modelId="{00AD3FB9-2BE2-431C-8FB4-A7573A73186F}">
      <dgm:prSet/>
      <dgm:spPr/>
      <dgm:t>
        <a:bodyPr/>
        <a:lstStyle/>
        <a:p>
          <a:r>
            <a:rPr lang="en-US"/>
            <a:t>Sentence Transformers</a:t>
          </a:r>
        </a:p>
      </dgm:t>
    </dgm:pt>
    <dgm:pt modelId="{B061EB3A-B1D3-4F62-9711-B2DC28F97C25}" type="parTrans" cxnId="{F5618431-0ED6-4F93-BD32-14344279CC09}">
      <dgm:prSet/>
      <dgm:spPr/>
      <dgm:t>
        <a:bodyPr/>
        <a:lstStyle/>
        <a:p>
          <a:endParaRPr lang="en-US"/>
        </a:p>
      </dgm:t>
    </dgm:pt>
    <dgm:pt modelId="{78ACCC19-ED58-400C-8AEC-2F2E368B26CD}" type="sibTrans" cxnId="{F5618431-0ED6-4F93-BD32-14344279CC09}">
      <dgm:prSet/>
      <dgm:spPr/>
      <dgm:t>
        <a:bodyPr/>
        <a:lstStyle/>
        <a:p>
          <a:endParaRPr lang="en-US"/>
        </a:p>
      </dgm:t>
    </dgm:pt>
    <dgm:pt modelId="{50B25168-A1A7-4240-BE77-5096E16418DC}">
      <dgm:prSet/>
      <dgm:spPr/>
      <dgm:t>
        <a:bodyPr/>
        <a:lstStyle/>
        <a:p>
          <a:r>
            <a:rPr lang="en-US"/>
            <a:t>Streamlit (UI)</a:t>
          </a:r>
        </a:p>
      </dgm:t>
    </dgm:pt>
    <dgm:pt modelId="{F878F94E-82E6-4929-9E6E-B1AE49946DD2}" type="parTrans" cxnId="{E90EE68A-118A-406B-9061-84B3FDF1B8DB}">
      <dgm:prSet/>
      <dgm:spPr/>
      <dgm:t>
        <a:bodyPr/>
        <a:lstStyle/>
        <a:p>
          <a:endParaRPr lang="en-US"/>
        </a:p>
      </dgm:t>
    </dgm:pt>
    <dgm:pt modelId="{FBF38839-97E0-4CA1-8B9D-E166270C0B07}" type="sibTrans" cxnId="{E90EE68A-118A-406B-9061-84B3FDF1B8DB}">
      <dgm:prSet/>
      <dgm:spPr/>
      <dgm:t>
        <a:bodyPr/>
        <a:lstStyle/>
        <a:p>
          <a:endParaRPr lang="en-US"/>
        </a:p>
      </dgm:t>
    </dgm:pt>
    <dgm:pt modelId="{2DE71502-D219-4929-AFFB-2FB7772F0D62}" type="pres">
      <dgm:prSet presAssocID="{74EC508F-5099-428A-84C5-AEB894FDD7BF}" presName="root" presStyleCnt="0">
        <dgm:presLayoutVars>
          <dgm:dir/>
          <dgm:resizeHandles val="exact"/>
        </dgm:presLayoutVars>
      </dgm:prSet>
      <dgm:spPr/>
    </dgm:pt>
    <dgm:pt modelId="{DC593F56-72CC-4364-8F62-323895D5783E}" type="pres">
      <dgm:prSet presAssocID="{A0315F60-997C-4180-B663-EA8D36538507}" presName="compNode" presStyleCnt="0"/>
      <dgm:spPr/>
    </dgm:pt>
    <dgm:pt modelId="{6E185799-3C94-486C-BE10-5A120F224AF5}" type="pres">
      <dgm:prSet presAssocID="{A0315F60-997C-4180-B663-EA8D3653850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E656B49-FBB6-4633-81B7-C49DD4E218DA}" type="pres">
      <dgm:prSet presAssocID="{A0315F60-997C-4180-B663-EA8D36538507}" presName="spaceRect" presStyleCnt="0"/>
      <dgm:spPr/>
    </dgm:pt>
    <dgm:pt modelId="{C4AEDF9C-486D-4392-8E0C-7B3887189E95}" type="pres">
      <dgm:prSet presAssocID="{A0315F60-997C-4180-B663-EA8D36538507}" presName="textRect" presStyleLbl="revTx" presStyleIdx="0" presStyleCnt="5">
        <dgm:presLayoutVars>
          <dgm:chMax val="1"/>
          <dgm:chPref val="1"/>
        </dgm:presLayoutVars>
      </dgm:prSet>
      <dgm:spPr/>
    </dgm:pt>
    <dgm:pt modelId="{C526C439-D2D0-4B36-A76D-52B6632B8D0C}" type="pres">
      <dgm:prSet presAssocID="{82472582-2A2A-4FD9-A19F-B7F970F40B24}" presName="sibTrans" presStyleCnt="0"/>
      <dgm:spPr/>
    </dgm:pt>
    <dgm:pt modelId="{CED5DFCC-2ACE-42B3-B645-85574058F409}" type="pres">
      <dgm:prSet presAssocID="{5E14164A-8AC3-42A0-8E56-96955C1AF004}" presName="compNode" presStyleCnt="0"/>
      <dgm:spPr/>
    </dgm:pt>
    <dgm:pt modelId="{3A429AD5-31DF-4959-98D3-E511C87F4E03}" type="pres">
      <dgm:prSet presAssocID="{5E14164A-8AC3-42A0-8E56-96955C1AF00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2F054B-FCD9-456E-B2A2-7DD7BF5EF74B}" type="pres">
      <dgm:prSet presAssocID="{5E14164A-8AC3-42A0-8E56-96955C1AF004}" presName="spaceRect" presStyleCnt="0"/>
      <dgm:spPr/>
    </dgm:pt>
    <dgm:pt modelId="{151D4C0D-792C-41B5-8678-B8A1B94626B7}" type="pres">
      <dgm:prSet presAssocID="{5E14164A-8AC3-42A0-8E56-96955C1AF004}" presName="textRect" presStyleLbl="revTx" presStyleIdx="1" presStyleCnt="5">
        <dgm:presLayoutVars>
          <dgm:chMax val="1"/>
          <dgm:chPref val="1"/>
        </dgm:presLayoutVars>
      </dgm:prSet>
      <dgm:spPr/>
    </dgm:pt>
    <dgm:pt modelId="{E7717C61-D1A0-47C0-94AC-AAB5179F12B1}" type="pres">
      <dgm:prSet presAssocID="{00A57087-F8B1-4AB3-9F00-E9F995D2319B}" presName="sibTrans" presStyleCnt="0"/>
      <dgm:spPr/>
    </dgm:pt>
    <dgm:pt modelId="{DB0543DD-12AB-439F-9773-2A233904BFBF}" type="pres">
      <dgm:prSet presAssocID="{8E25E93F-683A-42A7-9374-A70DAD04EB1A}" presName="compNode" presStyleCnt="0"/>
      <dgm:spPr/>
    </dgm:pt>
    <dgm:pt modelId="{185A8927-31D2-46D1-BFFB-BD9E2071F8B4}" type="pres">
      <dgm:prSet presAssocID="{8E25E93F-683A-42A7-9374-A70DAD04EB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08BE5ABF-2714-4E2B-A04C-9BA3C56F4D92}" type="pres">
      <dgm:prSet presAssocID="{8E25E93F-683A-42A7-9374-A70DAD04EB1A}" presName="spaceRect" presStyleCnt="0"/>
      <dgm:spPr/>
    </dgm:pt>
    <dgm:pt modelId="{B96AD708-892E-40E1-A47D-5E8C18377680}" type="pres">
      <dgm:prSet presAssocID="{8E25E93F-683A-42A7-9374-A70DAD04EB1A}" presName="textRect" presStyleLbl="revTx" presStyleIdx="2" presStyleCnt="5">
        <dgm:presLayoutVars>
          <dgm:chMax val="1"/>
          <dgm:chPref val="1"/>
        </dgm:presLayoutVars>
      </dgm:prSet>
      <dgm:spPr/>
    </dgm:pt>
    <dgm:pt modelId="{A21EFE23-631F-4E1C-B1BC-0E15745DA949}" type="pres">
      <dgm:prSet presAssocID="{B2E00424-3745-4EAA-8138-275532ABD3B0}" presName="sibTrans" presStyleCnt="0"/>
      <dgm:spPr/>
    </dgm:pt>
    <dgm:pt modelId="{2F1F51DC-B0E1-404E-AF2D-5ECBC37EB918}" type="pres">
      <dgm:prSet presAssocID="{00AD3FB9-2BE2-431C-8FB4-A7573A73186F}" presName="compNode" presStyleCnt="0"/>
      <dgm:spPr/>
    </dgm:pt>
    <dgm:pt modelId="{D8AE8858-25C5-497C-AA61-768EBFF8BB1E}" type="pres">
      <dgm:prSet presAssocID="{00AD3FB9-2BE2-431C-8FB4-A7573A73186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530EBC-C0D9-45C1-A038-29C537453F6B}" type="pres">
      <dgm:prSet presAssocID="{00AD3FB9-2BE2-431C-8FB4-A7573A73186F}" presName="spaceRect" presStyleCnt="0"/>
      <dgm:spPr/>
    </dgm:pt>
    <dgm:pt modelId="{24B354A6-2FDB-4359-9847-5CE41D08957A}" type="pres">
      <dgm:prSet presAssocID="{00AD3FB9-2BE2-431C-8FB4-A7573A73186F}" presName="textRect" presStyleLbl="revTx" presStyleIdx="3" presStyleCnt="5">
        <dgm:presLayoutVars>
          <dgm:chMax val="1"/>
          <dgm:chPref val="1"/>
        </dgm:presLayoutVars>
      </dgm:prSet>
      <dgm:spPr/>
    </dgm:pt>
    <dgm:pt modelId="{CE0887C8-7DFE-45A9-AD2B-DE7966E15AAB}" type="pres">
      <dgm:prSet presAssocID="{78ACCC19-ED58-400C-8AEC-2F2E368B26CD}" presName="sibTrans" presStyleCnt="0"/>
      <dgm:spPr/>
    </dgm:pt>
    <dgm:pt modelId="{14CDB4B2-8990-4672-9022-A405366AB674}" type="pres">
      <dgm:prSet presAssocID="{50B25168-A1A7-4240-BE77-5096E16418DC}" presName="compNode" presStyleCnt="0"/>
      <dgm:spPr/>
    </dgm:pt>
    <dgm:pt modelId="{ABEC9057-E0CD-41D9-A93A-55F7B452BA1D}" type="pres">
      <dgm:prSet presAssocID="{50B25168-A1A7-4240-BE77-5096E16418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BC1A419-3876-41D8-B3FF-7DAA8B78F05A}" type="pres">
      <dgm:prSet presAssocID="{50B25168-A1A7-4240-BE77-5096E16418DC}" presName="spaceRect" presStyleCnt="0"/>
      <dgm:spPr/>
    </dgm:pt>
    <dgm:pt modelId="{BA102CB2-98CE-4FB2-96A7-C3E9D698EE5E}" type="pres">
      <dgm:prSet presAssocID="{50B25168-A1A7-4240-BE77-5096E16418D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3E1F205-B01B-4EDE-9CB5-DBD1E59C60CE}" srcId="{74EC508F-5099-428A-84C5-AEB894FDD7BF}" destId="{5E14164A-8AC3-42A0-8E56-96955C1AF004}" srcOrd="1" destOrd="0" parTransId="{536484AD-3C29-4060-97E0-B072D119C1BF}" sibTransId="{00A57087-F8B1-4AB3-9F00-E9F995D2319B}"/>
    <dgm:cxn modelId="{F5618431-0ED6-4F93-BD32-14344279CC09}" srcId="{74EC508F-5099-428A-84C5-AEB894FDD7BF}" destId="{00AD3FB9-2BE2-431C-8FB4-A7573A73186F}" srcOrd="3" destOrd="0" parTransId="{B061EB3A-B1D3-4F62-9711-B2DC28F97C25}" sibTransId="{78ACCC19-ED58-400C-8AEC-2F2E368B26CD}"/>
    <dgm:cxn modelId="{64ED5446-70B7-4B67-BBE4-9C8731814C64}" type="presOf" srcId="{8E25E93F-683A-42A7-9374-A70DAD04EB1A}" destId="{B96AD708-892E-40E1-A47D-5E8C18377680}" srcOrd="0" destOrd="0" presId="urn:microsoft.com/office/officeart/2018/2/layout/IconLabelList"/>
    <dgm:cxn modelId="{4F72D650-C3F9-4A09-828D-2BB13DD22D52}" srcId="{74EC508F-5099-428A-84C5-AEB894FDD7BF}" destId="{8E25E93F-683A-42A7-9374-A70DAD04EB1A}" srcOrd="2" destOrd="0" parTransId="{90BD2E54-B50F-4F17-BA66-2312B11F9ED4}" sibTransId="{B2E00424-3745-4EAA-8138-275532ABD3B0}"/>
    <dgm:cxn modelId="{31CDF751-4FCE-404C-B5FC-C2E4F20E6E01}" srcId="{74EC508F-5099-428A-84C5-AEB894FDD7BF}" destId="{A0315F60-997C-4180-B663-EA8D36538507}" srcOrd="0" destOrd="0" parTransId="{ED06295A-B1FE-4E9F-AC22-5A8C05F43AC3}" sibTransId="{82472582-2A2A-4FD9-A19F-B7F970F40B24}"/>
    <dgm:cxn modelId="{E90EE68A-118A-406B-9061-84B3FDF1B8DB}" srcId="{74EC508F-5099-428A-84C5-AEB894FDD7BF}" destId="{50B25168-A1A7-4240-BE77-5096E16418DC}" srcOrd="4" destOrd="0" parTransId="{F878F94E-82E6-4929-9E6E-B1AE49946DD2}" sibTransId="{FBF38839-97E0-4CA1-8B9D-E166270C0B07}"/>
    <dgm:cxn modelId="{7AAFA8B0-996F-4594-9F32-DDE7367998C3}" type="presOf" srcId="{00AD3FB9-2BE2-431C-8FB4-A7573A73186F}" destId="{24B354A6-2FDB-4359-9847-5CE41D08957A}" srcOrd="0" destOrd="0" presId="urn:microsoft.com/office/officeart/2018/2/layout/IconLabelList"/>
    <dgm:cxn modelId="{31F8BBB1-E913-4760-AA98-149858FAC8A0}" type="presOf" srcId="{74EC508F-5099-428A-84C5-AEB894FDD7BF}" destId="{2DE71502-D219-4929-AFFB-2FB7772F0D62}" srcOrd="0" destOrd="0" presId="urn:microsoft.com/office/officeart/2018/2/layout/IconLabelList"/>
    <dgm:cxn modelId="{CFA348B3-AEF5-4688-89E8-13D4494628BF}" type="presOf" srcId="{5E14164A-8AC3-42A0-8E56-96955C1AF004}" destId="{151D4C0D-792C-41B5-8678-B8A1B94626B7}" srcOrd="0" destOrd="0" presId="urn:microsoft.com/office/officeart/2018/2/layout/IconLabelList"/>
    <dgm:cxn modelId="{8E41C3DA-FAF3-4548-A498-2522DAFE3899}" type="presOf" srcId="{50B25168-A1A7-4240-BE77-5096E16418DC}" destId="{BA102CB2-98CE-4FB2-96A7-C3E9D698EE5E}" srcOrd="0" destOrd="0" presId="urn:microsoft.com/office/officeart/2018/2/layout/IconLabelList"/>
    <dgm:cxn modelId="{F73753E3-9F27-444E-AED7-60520E2D081E}" type="presOf" srcId="{A0315F60-997C-4180-B663-EA8D36538507}" destId="{C4AEDF9C-486D-4392-8E0C-7B3887189E95}" srcOrd="0" destOrd="0" presId="urn:microsoft.com/office/officeart/2018/2/layout/IconLabelList"/>
    <dgm:cxn modelId="{6C4A8754-151D-494D-ABDF-E3BC50BF66F0}" type="presParOf" srcId="{2DE71502-D219-4929-AFFB-2FB7772F0D62}" destId="{DC593F56-72CC-4364-8F62-323895D5783E}" srcOrd="0" destOrd="0" presId="urn:microsoft.com/office/officeart/2018/2/layout/IconLabelList"/>
    <dgm:cxn modelId="{FDA8433E-0E7D-4100-AB0A-16D05F70C98E}" type="presParOf" srcId="{DC593F56-72CC-4364-8F62-323895D5783E}" destId="{6E185799-3C94-486C-BE10-5A120F224AF5}" srcOrd="0" destOrd="0" presId="urn:microsoft.com/office/officeart/2018/2/layout/IconLabelList"/>
    <dgm:cxn modelId="{2E5FD6D0-E0D5-460D-9AE8-FB60FDDCF394}" type="presParOf" srcId="{DC593F56-72CC-4364-8F62-323895D5783E}" destId="{FE656B49-FBB6-4633-81B7-C49DD4E218DA}" srcOrd="1" destOrd="0" presId="urn:microsoft.com/office/officeart/2018/2/layout/IconLabelList"/>
    <dgm:cxn modelId="{7D5EDED4-1316-4573-8F72-91BF509FE644}" type="presParOf" srcId="{DC593F56-72CC-4364-8F62-323895D5783E}" destId="{C4AEDF9C-486D-4392-8E0C-7B3887189E95}" srcOrd="2" destOrd="0" presId="urn:microsoft.com/office/officeart/2018/2/layout/IconLabelList"/>
    <dgm:cxn modelId="{EE98A7EF-0CBE-4E7F-8A00-5E79B9BAF875}" type="presParOf" srcId="{2DE71502-D219-4929-AFFB-2FB7772F0D62}" destId="{C526C439-D2D0-4B36-A76D-52B6632B8D0C}" srcOrd="1" destOrd="0" presId="urn:microsoft.com/office/officeart/2018/2/layout/IconLabelList"/>
    <dgm:cxn modelId="{1B4BF4CC-1A29-40CB-904C-34180D0888F3}" type="presParOf" srcId="{2DE71502-D219-4929-AFFB-2FB7772F0D62}" destId="{CED5DFCC-2ACE-42B3-B645-85574058F409}" srcOrd="2" destOrd="0" presId="urn:microsoft.com/office/officeart/2018/2/layout/IconLabelList"/>
    <dgm:cxn modelId="{BFE1AB67-94E5-4E1D-8EC4-0B6CAE8B99DE}" type="presParOf" srcId="{CED5DFCC-2ACE-42B3-B645-85574058F409}" destId="{3A429AD5-31DF-4959-98D3-E511C87F4E03}" srcOrd="0" destOrd="0" presId="urn:microsoft.com/office/officeart/2018/2/layout/IconLabelList"/>
    <dgm:cxn modelId="{8C5E8FF5-65B8-40EE-857C-B1307484DF2B}" type="presParOf" srcId="{CED5DFCC-2ACE-42B3-B645-85574058F409}" destId="{0F2F054B-FCD9-456E-B2A2-7DD7BF5EF74B}" srcOrd="1" destOrd="0" presId="urn:microsoft.com/office/officeart/2018/2/layout/IconLabelList"/>
    <dgm:cxn modelId="{A6DDCA54-A901-4EC2-BCB9-9F3DD06912AE}" type="presParOf" srcId="{CED5DFCC-2ACE-42B3-B645-85574058F409}" destId="{151D4C0D-792C-41B5-8678-B8A1B94626B7}" srcOrd="2" destOrd="0" presId="urn:microsoft.com/office/officeart/2018/2/layout/IconLabelList"/>
    <dgm:cxn modelId="{DAB3577C-85DF-46A1-A058-591EDEF0B970}" type="presParOf" srcId="{2DE71502-D219-4929-AFFB-2FB7772F0D62}" destId="{E7717C61-D1A0-47C0-94AC-AAB5179F12B1}" srcOrd="3" destOrd="0" presId="urn:microsoft.com/office/officeart/2018/2/layout/IconLabelList"/>
    <dgm:cxn modelId="{3F6AB95C-D606-48A4-8BEC-8AB9E274F3F9}" type="presParOf" srcId="{2DE71502-D219-4929-AFFB-2FB7772F0D62}" destId="{DB0543DD-12AB-439F-9773-2A233904BFBF}" srcOrd="4" destOrd="0" presId="urn:microsoft.com/office/officeart/2018/2/layout/IconLabelList"/>
    <dgm:cxn modelId="{F7BC8A15-22F8-4DB8-A598-64B85F797D07}" type="presParOf" srcId="{DB0543DD-12AB-439F-9773-2A233904BFBF}" destId="{185A8927-31D2-46D1-BFFB-BD9E2071F8B4}" srcOrd="0" destOrd="0" presId="urn:microsoft.com/office/officeart/2018/2/layout/IconLabelList"/>
    <dgm:cxn modelId="{338FE2DE-F4F2-4CB6-BF06-B56D94414B48}" type="presParOf" srcId="{DB0543DD-12AB-439F-9773-2A233904BFBF}" destId="{08BE5ABF-2714-4E2B-A04C-9BA3C56F4D92}" srcOrd="1" destOrd="0" presId="urn:microsoft.com/office/officeart/2018/2/layout/IconLabelList"/>
    <dgm:cxn modelId="{B0C6348E-57F6-42FE-A93F-B595622D0564}" type="presParOf" srcId="{DB0543DD-12AB-439F-9773-2A233904BFBF}" destId="{B96AD708-892E-40E1-A47D-5E8C18377680}" srcOrd="2" destOrd="0" presId="urn:microsoft.com/office/officeart/2018/2/layout/IconLabelList"/>
    <dgm:cxn modelId="{26A56B66-2265-4617-89D0-87FA7AC2E3B9}" type="presParOf" srcId="{2DE71502-D219-4929-AFFB-2FB7772F0D62}" destId="{A21EFE23-631F-4E1C-B1BC-0E15745DA949}" srcOrd="5" destOrd="0" presId="urn:microsoft.com/office/officeart/2018/2/layout/IconLabelList"/>
    <dgm:cxn modelId="{53E0B3B3-62B3-4CF3-B42A-E61C976E3017}" type="presParOf" srcId="{2DE71502-D219-4929-AFFB-2FB7772F0D62}" destId="{2F1F51DC-B0E1-404E-AF2D-5ECBC37EB918}" srcOrd="6" destOrd="0" presId="urn:microsoft.com/office/officeart/2018/2/layout/IconLabelList"/>
    <dgm:cxn modelId="{ECB817CA-4158-4BA7-A8FD-54B1EAA0DA8B}" type="presParOf" srcId="{2F1F51DC-B0E1-404E-AF2D-5ECBC37EB918}" destId="{D8AE8858-25C5-497C-AA61-768EBFF8BB1E}" srcOrd="0" destOrd="0" presId="urn:microsoft.com/office/officeart/2018/2/layout/IconLabelList"/>
    <dgm:cxn modelId="{D562B216-F105-4AC4-90BB-CC686115081C}" type="presParOf" srcId="{2F1F51DC-B0E1-404E-AF2D-5ECBC37EB918}" destId="{8E530EBC-C0D9-45C1-A038-29C537453F6B}" srcOrd="1" destOrd="0" presId="urn:microsoft.com/office/officeart/2018/2/layout/IconLabelList"/>
    <dgm:cxn modelId="{9E9BD275-3C06-4880-B529-35995A616962}" type="presParOf" srcId="{2F1F51DC-B0E1-404E-AF2D-5ECBC37EB918}" destId="{24B354A6-2FDB-4359-9847-5CE41D08957A}" srcOrd="2" destOrd="0" presId="urn:microsoft.com/office/officeart/2018/2/layout/IconLabelList"/>
    <dgm:cxn modelId="{E7F6BA5F-45DC-4B3A-9271-831B7B55D85A}" type="presParOf" srcId="{2DE71502-D219-4929-AFFB-2FB7772F0D62}" destId="{CE0887C8-7DFE-45A9-AD2B-DE7966E15AAB}" srcOrd="7" destOrd="0" presId="urn:microsoft.com/office/officeart/2018/2/layout/IconLabelList"/>
    <dgm:cxn modelId="{6BB22699-7323-4E1F-8278-85C5AEC49B27}" type="presParOf" srcId="{2DE71502-D219-4929-AFFB-2FB7772F0D62}" destId="{14CDB4B2-8990-4672-9022-A405366AB674}" srcOrd="8" destOrd="0" presId="urn:microsoft.com/office/officeart/2018/2/layout/IconLabelList"/>
    <dgm:cxn modelId="{FB53E26E-ECAD-4900-9D32-B0BC4A018F73}" type="presParOf" srcId="{14CDB4B2-8990-4672-9022-A405366AB674}" destId="{ABEC9057-E0CD-41D9-A93A-55F7B452BA1D}" srcOrd="0" destOrd="0" presId="urn:microsoft.com/office/officeart/2018/2/layout/IconLabelList"/>
    <dgm:cxn modelId="{830F6A39-DE89-432C-A1CF-588FEA9C164E}" type="presParOf" srcId="{14CDB4B2-8990-4672-9022-A405366AB674}" destId="{3BC1A419-3876-41D8-B3FF-7DAA8B78F05A}" srcOrd="1" destOrd="0" presId="urn:microsoft.com/office/officeart/2018/2/layout/IconLabelList"/>
    <dgm:cxn modelId="{2E9E8692-F5CE-4F18-B91A-B03566BB878E}" type="presParOf" srcId="{14CDB4B2-8990-4672-9022-A405366AB674}" destId="{BA102CB2-98CE-4FB2-96A7-C3E9D698EE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109B2-2444-4EF7-A136-0C8922A7BE8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8DD274E-65F3-426F-82AD-EC1953C85BD1}">
      <dgm:prSet/>
      <dgm:spPr/>
      <dgm:t>
        <a:bodyPr/>
        <a:lstStyle/>
        <a:p>
          <a:pPr>
            <a:defRPr cap="all"/>
          </a:pPr>
          <a:r>
            <a:rPr lang="en-US"/>
            <a:t>1. PDF Loading &amp; Chunking (LangChain)</a:t>
          </a:r>
        </a:p>
      </dgm:t>
    </dgm:pt>
    <dgm:pt modelId="{2004DF5F-1DC9-4C7A-BAB7-7A8C5FB54700}" type="parTrans" cxnId="{76B6A641-AE2F-4FD2-B5C5-07A27E7119EA}">
      <dgm:prSet/>
      <dgm:spPr/>
      <dgm:t>
        <a:bodyPr/>
        <a:lstStyle/>
        <a:p>
          <a:endParaRPr lang="en-US"/>
        </a:p>
      </dgm:t>
    </dgm:pt>
    <dgm:pt modelId="{1B0166DD-C163-4283-8F78-1D5DB7B04F3D}" type="sibTrans" cxnId="{76B6A641-AE2F-4FD2-B5C5-07A27E7119EA}">
      <dgm:prSet/>
      <dgm:spPr/>
      <dgm:t>
        <a:bodyPr/>
        <a:lstStyle/>
        <a:p>
          <a:endParaRPr lang="en-US"/>
        </a:p>
      </dgm:t>
    </dgm:pt>
    <dgm:pt modelId="{A77DFCD5-15E9-45DD-8F2A-7FEE0052E59F}">
      <dgm:prSet/>
      <dgm:spPr/>
      <dgm:t>
        <a:bodyPr/>
        <a:lstStyle/>
        <a:p>
          <a:pPr>
            <a:defRPr cap="all"/>
          </a:pPr>
          <a:r>
            <a:rPr lang="en-US"/>
            <a:t>2. Sentence Embedding (MiniLM)</a:t>
          </a:r>
        </a:p>
      </dgm:t>
    </dgm:pt>
    <dgm:pt modelId="{935194C2-090A-4009-89EB-EF43CF296666}" type="parTrans" cxnId="{1D220F0F-6E3D-49FE-9699-AE4D40B51583}">
      <dgm:prSet/>
      <dgm:spPr/>
      <dgm:t>
        <a:bodyPr/>
        <a:lstStyle/>
        <a:p>
          <a:endParaRPr lang="en-US"/>
        </a:p>
      </dgm:t>
    </dgm:pt>
    <dgm:pt modelId="{EB6B5BEF-E52B-4414-97D9-628362ED334B}" type="sibTrans" cxnId="{1D220F0F-6E3D-49FE-9699-AE4D40B51583}">
      <dgm:prSet/>
      <dgm:spPr/>
      <dgm:t>
        <a:bodyPr/>
        <a:lstStyle/>
        <a:p>
          <a:endParaRPr lang="en-US"/>
        </a:p>
      </dgm:t>
    </dgm:pt>
    <dgm:pt modelId="{2CEFC14B-7660-4637-892F-D6FCE827924E}">
      <dgm:prSet/>
      <dgm:spPr/>
      <dgm:t>
        <a:bodyPr/>
        <a:lstStyle/>
        <a:p>
          <a:pPr>
            <a:defRPr cap="all"/>
          </a:pPr>
          <a:r>
            <a:rPr lang="en-US"/>
            <a:t>3. Vector Store Creation (ChromaDB)</a:t>
          </a:r>
        </a:p>
      </dgm:t>
    </dgm:pt>
    <dgm:pt modelId="{330EE05F-887C-44FA-84CA-B54BFC0C6949}" type="parTrans" cxnId="{3E9DC049-BECD-49DB-A3C5-26607D63FE4A}">
      <dgm:prSet/>
      <dgm:spPr/>
      <dgm:t>
        <a:bodyPr/>
        <a:lstStyle/>
        <a:p>
          <a:endParaRPr lang="en-US"/>
        </a:p>
      </dgm:t>
    </dgm:pt>
    <dgm:pt modelId="{85B79501-EDAF-472F-B184-72CFA0D2BE09}" type="sibTrans" cxnId="{3E9DC049-BECD-49DB-A3C5-26607D63FE4A}">
      <dgm:prSet/>
      <dgm:spPr/>
      <dgm:t>
        <a:bodyPr/>
        <a:lstStyle/>
        <a:p>
          <a:endParaRPr lang="en-US"/>
        </a:p>
      </dgm:t>
    </dgm:pt>
    <dgm:pt modelId="{D03C95EE-E2C6-482F-BFA9-19733643F022}">
      <dgm:prSet/>
      <dgm:spPr/>
      <dgm:t>
        <a:bodyPr/>
        <a:lstStyle/>
        <a:p>
          <a:pPr>
            <a:defRPr cap="all"/>
          </a:pPr>
          <a:r>
            <a:rPr lang="en-US"/>
            <a:t>4. Retrieval + Gemini QA Chain</a:t>
          </a:r>
        </a:p>
      </dgm:t>
    </dgm:pt>
    <dgm:pt modelId="{A0A1D46C-2ADD-43A7-A2C0-F8847962CBA7}" type="parTrans" cxnId="{446EDA98-67ED-47E8-9D2B-802985F4BA19}">
      <dgm:prSet/>
      <dgm:spPr/>
      <dgm:t>
        <a:bodyPr/>
        <a:lstStyle/>
        <a:p>
          <a:endParaRPr lang="en-US"/>
        </a:p>
      </dgm:t>
    </dgm:pt>
    <dgm:pt modelId="{C59A959D-D179-49F4-9DAD-D0AB2CC9C2C1}" type="sibTrans" cxnId="{446EDA98-67ED-47E8-9D2B-802985F4BA19}">
      <dgm:prSet/>
      <dgm:spPr/>
      <dgm:t>
        <a:bodyPr/>
        <a:lstStyle/>
        <a:p>
          <a:endParaRPr lang="en-US"/>
        </a:p>
      </dgm:t>
    </dgm:pt>
    <dgm:pt modelId="{F96637D5-BAF1-49B8-80A4-4CBDD06CC790}">
      <dgm:prSet/>
      <dgm:spPr/>
      <dgm:t>
        <a:bodyPr/>
        <a:lstStyle/>
        <a:p>
          <a:pPr>
            <a:defRPr cap="all"/>
          </a:pPr>
          <a:r>
            <a:rPr lang="en-US"/>
            <a:t>5. Multi-doc UI in Streamlit</a:t>
          </a:r>
        </a:p>
      </dgm:t>
    </dgm:pt>
    <dgm:pt modelId="{EF74D7B3-12EB-4141-A7A5-712B29A5ADA5}" type="parTrans" cxnId="{248686EE-8E0D-4114-8EED-A417CE353207}">
      <dgm:prSet/>
      <dgm:spPr/>
      <dgm:t>
        <a:bodyPr/>
        <a:lstStyle/>
        <a:p>
          <a:endParaRPr lang="en-US"/>
        </a:p>
      </dgm:t>
    </dgm:pt>
    <dgm:pt modelId="{9DC2A5F9-145A-48A3-90A2-2A78CFCEAE33}" type="sibTrans" cxnId="{248686EE-8E0D-4114-8EED-A417CE353207}">
      <dgm:prSet/>
      <dgm:spPr/>
      <dgm:t>
        <a:bodyPr/>
        <a:lstStyle/>
        <a:p>
          <a:endParaRPr lang="en-US"/>
        </a:p>
      </dgm:t>
    </dgm:pt>
    <dgm:pt modelId="{71EB20C3-4B3D-43FC-8E1C-A2AF7B8FC201}" type="pres">
      <dgm:prSet presAssocID="{331109B2-2444-4EF7-A136-0C8922A7BE80}" presName="root" presStyleCnt="0">
        <dgm:presLayoutVars>
          <dgm:dir/>
          <dgm:resizeHandles val="exact"/>
        </dgm:presLayoutVars>
      </dgm:prSet>
      <dgm:spPr/>
    </dgm:pt>
    <dgm:pt modelId="{F1ACFCBE-A356-4978-ACCD-C011C0FB7BC6}" type="pres">
      <dgm:prSet presAssocID="{C8DD274E-65F3-426F-82AD-EC1953C85BD1}" presName="compNode" presStyleCnt="0"/>
      <dgm:spPr/>
    </dgm:pt>
    <dgm:pt modelId="{8D516B7A-421D-41B7-8B49-3F2FD97871A6}" type="pres">
      <dgm:prSet presAssocID="{C8DD274E-65F3-426F-82AD-EC1953C85BD1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9760B21-A4EC-4A88-8338-B1F8E1E4571B}" type="pres">
      <dgm:prSet presAssocID="{C8DD274E-65F3-426F-82AD-EC1953C85B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845F5111-BCB8-4B74-B23A-EF1D6362F6B6}" type="pres">
      <dgm:prSet presAssocID="{C8DD274E-65F3-426F-82AD-EC1953C85BD1}" presName="spaceRect" presStyleCnt="0"/>
      <dgm:spPr/>
    </dgm:pt>
    <dgm:pt modelId="{6095FBAE-A09E-481B-B572-BF425B7E0EBC}" type="pres">
      <dgm:prSet presAssocID="{C8DD274E-65F3-426F-82AD-EC1953C85BD1}" presName="textRect" presStyleLbl="revTx" presStyleIdx="0" presStyleCnt="5">
        <dgm:presLayoutVars>
          <dgm:chMax val="1"/>
          <dgm:chPref val="1"/>
        </dgm:presLayoutVars>
      </dgm:prSet>
      <dgm:spPr/>
    </dgm:pt>
    <dgm:pt modelId="{8BCEBE0B-4998-42FE-B3C4-2CE23B083A1A}" type="pres">
      <dgm:prSet presAssocID="{1B0166DD-C163-4283-8F78-1D5DB7B04F3D}" presName="sibTrans" presStyleCnt="0"/>
      <dgm:spPr/>
    </dgm:pt>
    <dgm:pt modelId="{5B35B850-3291-4CFB-A963-A7DCCF83ACBD}" type="pres">
      <dgm:prSet presAssocID="{A77DFCD5-15E9-45DD-8F2A-7FEE0052E59F}" presName="compNode" presStyleCnt="0"/>
      <dgm:spPr/>
    </dgm:pt>
    <dgm:pt modelId="{C7C87144-0A0E-4C8F-9063-E9944FC390DE}" type="pres">
      <dgm:prSet presAssocID="{A77DFCD5-15E9-45DD-8F2A-7FEE0052E59F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A45C005-A969-49DD-AF34-FDBB336E7114}" type="pres">
      <dgm:prSet presAssocID="{A77DFCD5-15E9-45DD-8F2A-7FEE0052E59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99B19C8-5DD0-498D-B4AF-1148FD089DE9}" type="pres">
      <dgm:prSet presAssocID="{A77DFCD5-15E9-45DD-8F2A-7FEE0052E59F}" presName="spaceRect" presStyleCnt="0"/>
      <dgm:spPr/>
    </dgm:pt>
    <dgm:pt modelId="{43466812-086F-4482-9968-B15EED3E5B2B}" type="pres">
      <dgm:prSet presAssocID="{A77DFCD5-15E9-45DD-8F2A-7FEE0052E59F}" presName="textRect" presStyleLbl="revTx" presStyleIdx="1" presStyleCnt="5">
        <dgm:presLayoutVars>
          <dgm:chMax val="1"/>
          <dgm:chPref val="1"/>
        </dgm:presLayoutVars>
      </dgm:prSet>
      <dgm:spPr/>
    </dgm:pt>
    <dgm:pt modelId="{86212191-4160-4DCB-B4CE-31DC6694C457}" type="pres">
      <dgm:prSet presAssocID="{EB6B5BEF-E52B-4414-97D9-628362ED334B}" presName="sibTrans" presStyleCnt="0"/>
      <dgm:spPr/>
    </dgm:pt>
    <dgm:pt modelId="{7C712CA2-B31E-4D9E-8104-1A2638B0E470}" type="pres">
      <dgm:prSet presAssocID="{2CEFC14B-7660-4637-892F-D6FCE827924E}" presName="compNode" presStyleCnt="0"/>
      <dgm:spPr/>
    </dgm:pt>
    <dgm:pt modelId="{67AEF352-8F6E-4246-B13D-5E4A26C3BEF3}" type="pres">
      <dgm:prSet presAssocID="{2CEFC14B-7660-4637-892F-D6FCE827924E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667AFFF-60E3-4151-BDE9-A809B4BD911E}" type="pres">
      <dgm:prSet presAssocID="{2CEFC14B-7660-4637-892F-D6FCE827924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9EAD82C-7A8A-4B7C-81EE-7A84D6246CC4}" type="pres">
      <dgm:prSet presAssocID="{2CEFC14B-7660-4637-892F-D6FCE827924E}" presName="spaceRect" presStyleCnt="0"/>
      <dgm:spPr/>
    </dgm:pt>
    <dgm:pt modelId="{89637E7C-34C4-42A2-A566-78D5EA1FB169}" type="pres">
      <dgm:prSet presAssocID="{2CEFC14B-7660-4637-892F-D6FCE827924E}" presName="textRect" presStyleLbl="revTx" presStyleIdx="2" presStyleCnt="5">
        <dgm:presLayoutVars>
          <dgm:chMax val="1"/>
          <dgm:chPref val="1"/>
        </dgm:presLayoutVars>
      </dgm:prSet>
      <dgm:spPr/>
    </dgm:pt>
    <dgm:pt modelId="{FE2167BE-3F34-4BD6-9D10-58174790C046}" type="pres">
      <dgm:prSet presAssocID="{85B79501-EDAF-472F-B184-72CFA0D2BE09}" presName="sibTrans" presStyleCnt="0"/>
      <dgm:spPr/>
    </dgm:pt>
    <dgm:pt modelId="{D3E4160D-6FC6-49C0-9775-72A2B223A2BF}" type="pres">
      <dgm:prSet presAssocID="{D03C95EE-E2C6-482F-BFA9-19733643F022}" presName="compNode" presStyleCnt="0"/>
      <dgm:spPr/>
    </dgm:pt>
    <dgm:pt modelId="{69CA8D26-5365-47B4-94D0-058F0620EABE}" type="pres">
      <dgm:prSet presAssocID="{D03C95EE-E2C6-482F-BFA9-19733643F022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0047856-0A6F-43E7-B1F3-61A01116FC79}" type="pres">
      <dgm:prSet presAssocID="{D03C95EE-E2C6-482F-BFA9-19733643F02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C606D10C-3AD8-42D1-AC96-95A92CA58103}" type="pres">
      <dgm:prSet presAssocID="{D03C95EE-E2C6-482F-BFA9-19733643F022}" presName="spaceRect" presStyleCnt="0"/>
      <dgm:spPr/>
    </dgm:pt>
    <dgm:pt modelId="{6D16FEE3-9CE0-4C1D-BC39-189713293483}" type="pres">
      <dgm:prSet presAssocID="{D03C95EE-E2C6-482F-BFA9-19733643F022}" presName="textRect" presStyleLbl="revTx" presStyleIdx="3" presStyleCnt="5">
        <dgm:presLayoutVars>
          <dgm:chMax val="1"/>
          <dgm:chPref val="1"/>
        </dgm:presLayoutVars>
      </dgm:prSet>
      <dgm:spPr/>
    </dgm:pt>
    <dgm:pt modelId="{46C01087-34FB-4DCA-9636-A889B1F0DA6B}" type="pres">
      <dgm:prSet presAssocID="{C59A959D-D179-49F4-9DAD-D0AB2CC9C2C1}" presName="sibTrans" presStyleCnt="0"/>
      <dgm:spPr/>
    </dgm:pt>
    <dgm:pt modelId="{AA0A6EFD-3B8B-4BA0-B717-4FD3DAEA5D03}" type="pres">
      <dgm:prSet presAssocID="{F96637D5-BAF1-49B8-80A4-4CBDD06CC790}" presName="compNode" presStyleCnt="0"/>
      <dgm:spPr/>
    </dgm:pt>
    <dgm:pt modelId="{07A5B69E-2367-42F2-9E07-5010546D7F7C}" type="pres">
      <dgm:prSet presAssocID="{F96637D5-BAF1-49B8-80A4-4CBDD06CC79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04DB13F-2BE4-40F8-B8E2-8B5BB0B9B546}" type="pres">
      <dgm:prSet presAssocID="{F96637D5-BAF1-49B8-80A4-4CBDD06CC79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890B57-8EF3-4BFA-95A3-4F8AC7BCA89A}" type="pres">
      <dgm:prSet presAssocID="{F96637D5-BAF1-49B8-80A4-4CBDD06CC790}" presName="spaceRect" presStyleCnt="0"/>
      <dgm:spPr/>
    </dgm:pt>
    <dgm:pt modelId="{15A44088-B0E2-4440-8F77-43C2AF6554FC}" type="pres">
      <dgm:prSet presAssocID="{F96637D5-BAF1-49B8-80A4-4CBDD06CC79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80EA901-FA77-4DD9-A2DD-AB87311F7622}" type="presOf" srcId="{A77DFCD5-15E9-45DD-8F2A-7FEE0052E59F}" destId="{43466812-086F-4482-9968-B15EED3E5B2B}" srcOrd="0" destOrd="0" presId="urn:microsoft.com/office/officeart/2018/5/layout/IconLeafLabelList"/>
    <dgm:cxn modelId="{1D220F0F-6E3D-49FE-9699-AE4D40B51583}" srcId="{331109B2-2444-4EF7-A136-0C8922A7BE80}" destId="{A77DFCD5-15E9-45DD-8F2A-7FEE0052E59F}" srcOrd="1" destOrd="0" parTransId="{935194C2-090A-4009-89EB-EF43CF296666}" sibTransId="{EB6B5BEF-E52B-4414-97D9-628362ED334B}"/>
    <dgm:cxn modelId="{D8B6171D-95A3-4086-B281-F9C9EEE43A96}" type="presOf" srcId="{331109B2-2444-4EF7-A136-0C8922A7BE80}" destId="{71EB20C3-4B3D-43FC-8E1C-A2AF7B8FC201}" srcOrd="0" destOrd="0" presId="urn:microsoft.com/office/officeart/2018/5/layout/IconLeafLabelList"/>
    <dgm:cxn modelId="{76B6A641-AE2F-4FD2-B5C5-07A27E7119EA}" srcId="{331109B2-2444-4EF7-A136-0C8922A7BE80}" destId="{C8DD274E-65F3-426F-82AD-EC1953C85BD1}" srcOrd="0" destOrd="0" parTransId="{2004DF5F-1DC9-4C7A-BAB7-7A8C5FB54700}" sibTransId="{1B0166DD-C163-4283-8F78-1D5DB7B04F3D}"/>
    <dgm:cxn modelId="{3E9DC049-BECD-49DB-A3C5-26607D63FE4A}" srcId="{331109B2-2444-4EF7-A136-0C8922A7BE80}" destId="{2CEFC14B-7660-4637-892F-D6FCE827924E}" srcOrd="2" destOrd="0" parTransId="{330EE05F-887C-44FA-84CA-B54BFC0C6949}" sibTransId="{85B79501-EDAF-472F-B184-72CFA0D2BE09}"/>
    <dgm:cxn modelId="{9EA6A24E-DF43-4887-BD2E-2482CA0B70DE}" type="presOf" srcId="{2CEFC14B-7660-4637-892F-D6FCE827924E}" destId="{89637E7C-34C4-42A2-A566-78D5EA1FB169}" srcOrd="0" destOrd="0" presId="urn:microsoft.com/office/officeart/2018/5/layout/IconLeafLabelList"/>
    <dgm:cxn modelId="{74488997-A07C-4C24-B82D-A1528A185979}" type="presOf" srcId="{C8DD274E-65F3-426F-82AD-EC1953C85BD1}" destId="{6095FBAE-A09E-481B-B572-BF425B7E0EBC}" srcOrd="0" destOrd="0" presId="urn:microsoft.com/office/officeart/2018/5/layout/IconLeafLabelList"/>
    <dgm:cxn modelId="{446EDA98-67ED-47E8-9D2B-802985F4BA19}" srcId="{331109B2-2444-4EF7-A136-0C8922A7BE80}" destId="{D03C95EE-E2C6-482F-BFA9-19733643F022}" srcOrd="3" destOrd="0" parTransId="{A0A1D46C-2ADD-43A7-A2C0-F8847962CBA7}" sibTransId="{C59A959D-D179-49F4-9DAD-D0AB2CC9C2C1}"/>
    <dgm:cxn modelId="{CEB694CA-850C-4B80-9116-19497CBE186C}" type="presOf" srcId="{F96637D5-BAF1-49B8-80A4-4CBDD06CC790}" destId="{15A44088-B0E2-4440-8F77-43C2AF6554FC}" srcOrd="0" destOrd="0" presId="urn:microsoft.com/office/officeart/2018/5/layout/IconLeafLabelList"/>
    <dgm:cxn modelId="{D594DED1-7720-4B78-A5C4-7532CC659B6E}" type="presOf" srcId="{D03C95EE-E2C6-482F-BFA9-19733643F022}" destId="{6D16FEE3-9CE0-4C1D-BC39-189713293483}" srcOrd="0" destOrd="0" presId="urn:microsoft.com/office/officeart/2018/5/layout/IconLeafLabelList"/>
    <dgm:cxn modelId="{248686EE-8E0D-4114-8EED-A417CE353207}" srcId="{331109B2-2444-4EF7-A136-0C8922A7BE80}" destId="{F96637D5-BAF1-49B8-80A4-4CBDD06CC790}" srcOrd="4" destOrd="0" parTransId="{EF74D7B3-12EB-4141-A7A5-712B29A5ADA5}" sibTransId="{9DC2A5F9-145A-48A3-90A2-2A78CFCEAE33}"/>
    <dgm:cxn modelId="{9C2E88E8-6F51-4747-B404-58D31AC46100}" type="presParOf" srcId="{71EB20C3-4B3D-43FC-8E1C-A2AF7B8FC201}" destId="{F1ACFCBE-A356-4978-ACCD-C011C0FB7BC6}" srcOrd="0" destOrd="0" presId="urn:microsoft.com/office/officeart/2018/5/layout/IconLeafLabelList"/>
    <dgm:cxn modelId="{F915A077-ED95-450F-8C69-F15DDA602829}" type="presParOf" srcId="{F1ACFCBE-A356-4978-ACCD-C011C0FB7BC6}" destId="{8D516B7A-421D-41B7-8B49-3F2FD97871A6}" srcOrd="0" destOrd="0" presId="urn:microsoft.com/office/officeart/2018/5/layout/IconLeafLabelList"/>
    <dgm:cxn modelId="{6D35D374-79A3-4D63-ADF3-29655048BA42}" type="presParOf" srcId="{F1ACFCBE-A356-4978-ACCD-C011C0FB7BC6}" destId="{C9760B21-A4EC-4A88-8338-B1F8E1E4571B}" srcOrd="1" destOrd="0" presId="urn:microsoft.com/office/officeart/2018/5/layout/IconLeafLabelList"/>
    <dgm:cxn modelId="{15F8496C-87C5-48F3-94DF-D1CA37AD64C0}" type="presParOf" srcId="{F1ACFCBE-A356-4978-ACCD-C011C0FB7BC6}" destId="{845F5111-BCB8-4B74-B23A-EF1D6362F6B6}" srcOrd="2" destOrd="0" presId="urn:microsoft.com/office/officeart/2018/5/layout/IconLeafLabelList"/>
    <dgm:cxn modelId="{55970A29-CC68-4F85-BD51-AF70CC37E274}" type="presParOf" srcId="{F1ACFCBE-A356-4978-ACCD-C011C0FB7BC6}" destId="{6095FBAE-A09E-481B-B572-BF425B7E0EBC}" srcOrd="3" destOrd="0" presId="urn:microsoft.com/office/officeart/2018/5/layout/IconLeafLabelList"/>
    <dgm:cxn modelId="{B9AE0FC6-8E43-4624-8884-00307726C441}" type="presParOf" srcId="{71EB20C3-4B3D-43FC-8E1C-A2AF7B8FC201}" destId="{8BCEBE0B-4998-42FE-B3C4-2CE23B083A1A}" srcOrd="1" destOrd="0" presId="urn:microsoft.com/office/officeart/2018/5/layout/IconLeafLabelList"/>
    <dgm:cxn modelId="{DBA8DD6A-CB2A-40EB-BF23-1B09AB638CCC}" type="presParOf" srcId="{71EB20C3-4B3D-43FC-8E1C-A2AF7B8FC201}" destId="{5B35B850-3291-4CFB-A963-A7DCCF83ACBD}" srcOrd="2" destOrd="0" presId="urn:microsoft.com/office/officeart/2018/5/layout/IconLeafLabelList"/>
    <dgm:cxn modelId="{6E58114B-6CAA-4D38-9663-15E8D9A82D94}" type="presParOf" srcId="{5B35B850-3291-4CFB-A963-A7DCCF83ACBD}" destId="{C7C87144-0A0E-4C8F-9063-E9944FC390DE}" srcOrd="0" destOrd="0" presId="urn:microsoft.com/office/officeart/2018/5/layout/IconLeafLabelList"/>
    <dgm:cxn modelId="{310DEE31-CF73-4FD7-8189-E0B81F8BD824}" type="presParOf" srcId="{5B35B850-3291-4CFB-A963-A7DCCF83ACBD}" destId="{EA45C005-A969-49DD-AF34-FDBB336E7114}" srcOrd="1" destOrd="0" presId="urn:microsoft.com/office/officeart/2018/5/layout/IconLeafLabelList"/>
    <dgm:cxn modelId="{DCF724B2-718A-4E67-8686-A6C4754510AC}" type="presParOf" srcId="{5B35B850-3291-4CFB-A963-A7DCCF83ACBD}" destId="{799B19C8-5DD0-498D-B4AF-1148FD089DE9}" srcOrd="2" destOrd="0" presId="urn:microsoft.com/office/officeart/2018/5/layout/IconLeafLabelList"/>
    <dgm:cxn modelId="{80A6F499-5AE8-4247-B510-FFC8209919D4}" type="presParOf" srcId="{5B35B850-3291-4CFB-A963-A7DCCF83ACBD}" destId="{43466812-086F-4482-9968-B15EED3E5B2B}" srcOrd="3" destOrd="0" presId="urn:microsoft.com/office/officeart/2018/5/layout/IconLeafLabelList"/>
    <dgm:cxn modelId="{83D33AE2-6E59-44F1-925E-4BADCD359849}" type="presParOf" srcId="{71EB20C3-4B3D-43FC-8E1C-A2AF7B8FC201}" destId="{86212191-4160-4DCB-B4CE-31DC6694C457}" srcOrd="3" destOrd="0" presId="urn:microsoft.com/office/officeart/2018/5/layout/IconLeafLabelList"/>
    <dgm:cxn modelId="{703D6AF8-25C4-4A71-BAC2-86B8761B28ED}" type="presParOf" srcId="{71EB20C3-4B3D-43FC-8E1C-A2AF7B8FC201}" destId="{7C712CA2-B31E-4D9E-8104-1A2638B0E470}" srcOrd="4" destOrd="0" presId="urn:microsoft.com/office/officeart/2018/5/layout/IconLeafLabelList"/>
    <dgm:cxn modelId="{A079C75E-7484-423D-BEE6-0F08506D0363}" type="presParOf" srcId="{7C712CA2-B31E-4D9E-8104-1A2638B0E470}" destId="{67AEF352-8F6E-4246-B13D-5E4A26C3BEF3}" srcOrd="0" destOrd="0" presId="urn:microsoft.com/office/officeart/2018/5/layout/IconLeafLabelList"/>
    <dgm:cxn modelId="{ACBD4175-50E9-42CD-98FA-69E28556A633}" type="presParOf" srcId="{7C712CA2-B31E-4D9E-8104-1A2638B0E470}" destId="{3667AFFF-60E3-4151-BDE9-A809B4BD911E}" srcOrd="1" destOrd="0" presId="urn:microsoft.com/office/officeart/2018/5/layout/IconLeafLabelList"/>
    <dgm:cxn modelId="{73F39578-B9CB-40FB-AF27-DE0BFADEDCF2}" type="presParOf" srcId="{7C712CA2-B31E-4D9E-8104-1A2638B0E470}" destId="{B9EAD82C-7A8A-4B7C-81EE-7A84D6246CC4}" srcOrd="2" destOrd="0" presId="urn:microsoft.com/office/officeart/2018/5/layout/IconLeafLabelList"/>
    <dgm:cxn modelId="{0C99DEA0-B379-46A9-97B3-0669B27D58D1}" type="presParOf" srcId="{7C712CA2-B31E-4D9E-8104-1A2638B0E470}" destId="{89637E7C-34C4-42A2-A566-78D5EA1FB169}" srcOrd="3" destOrd="0" presId="urn:microsoft.com/office/officeart/2018/5/layout/IconLeafLabelList"/>
    <dgm:cxn modelId="{A7BEA0FF-F047-4179-AB99-207ACBD24678}" type="presParOf" srcId="{71EB20C3-4B3D-43FC-8E1C-A2AF7B8FC201}" destId="{FE2167BE-3F34-4BD6-9D10-58174790C046}" srcOrd="5" destOrd="0" presId="urn:microsoft.com/office/officeart/2018/5/layout/IconLeafLabelList"/>
    <dgm:cxn modelId="{1B6CB4AD-E121-4EFE-BDAE-977B645403F7}" type="presParOf" srcId="{71EB20C3-4B3D-43FC-8E1C-A2AF7B8FC201}" destId="{D3E4160D-6FC6-49C0-9775-72A2B223A2BF}" srcOrd="6" destOrd="0" presId="urn:microsoft.com/office/officeart/2018/5/layout/IconLeafLabelList"/>
    <dgm:cxn modelId="{D2B31C52-E587-4348-96D3-0AFD52A90AF8}" type="presParOf" srcId="{D3E4160D-6FC6-49C0-9775-72A2B223A2BF}" destId="{69CA8D26-5365-47B4-94D0-058F0620EABE}" srcOrd="0" destOrd="0" presId="urn:microsoft.com/office/officeart/2018/5/layout/IconLeafLabelList"/>
    <dgm:cxn modelId="{4467BD50-5623-4AEF-B2EE-169734954A13}" type="presParOf" srcId="{D3E4160D-6FC6-49C0-9775-72A2B223A2BF}" destId="{90047856-0A6F-43E7-B1F3-61A01116FC79}" srcOrd="1" destOrd="0" presId="urn:microsoft.com/office/officeart/2018/5/layout/IconLeafLabelList"/>
    <dgm:cxn modelId="{A8D0AD26-BB8F-4D87-8299-F8D16D841DF9}" type="presParOf" srcId="{D3E4160D-6FC6-49C0-9775-72A2B223A2BF}" destId="{C606D10C-3AD8-42D1-AC96-95A92CA58103}" srcOrd="2" destOrd="0" presId="urn:microsoft.com/office/officeart/2018/5/layout/IconLeafLabelList"/>
    <dgm:cxn modelId="{1C68E289-3D27-431B-B07A-0CA40387FD83}" type="presParOf" srcId="{D3E4160D-6FC6-49C0-9775-72A2B223A2BF}" destId="{6D16FEE3-9CE0-4C1D-BC39-189713293483}" srcOrd="3" destOrd="0" presId="urn:microsoft.com/office/officeart/2018/5/layout/IconLeafLabelList"/>
    <dgm:cxn modelId="{7D06ACDB-3C0A-4F7E-A457-986F4B6998C0}" type="presParOf" srcId="{71EB20C3-4B3D-43FC-8E1C-A2AF7B8FC201}" destId="{46C01087-34FB-4DCA-9636-A889B1F0DA6B}" srcOrd="7" destOrd="0" presId="urn:microsoft.com/office/officeart/2018/5/layout/IconLeafLabelList"/>
    <dgm:cxn modelId="{490390B1-5EE5-4F28-A745-D25B96D933AF}" type="presParOf" srcId="{71EB20C3-4B3D-43FC-8E1C-A2AF7B8FC201}" destId="{AA0A6EFD-3B8B-4BA0-B717-4FD3DAEA5D03}" srcOrd="8" destOrd="0" presId="urn:microsoft.com/office/officeart/2018/5/layout/IconLeafLabelList"/>
    <dgm:cxn modelId="{DA513077-D157-4F96-B805-92B8BBA43358}" type="presParOf" srcId="{AA0A6EFD-3B8B-4BA0-B717-4FD3DAEA5D03}" destId="{07A5B69E-2367-42F2-9E07-5010546D7F7C}" srcOrd="0" destOrd="0" presId="urn:microsoft.com/office/officeart/2018/5/layout/IconLeafLabelList"/>
    <dgm:cxn modelId="{D91E8C13-0FD9-4F2A-AF0A-B925D265D72B}" type="presParOf" srcId="{AA0A6EFD-3B8B-4BA0-B717-4FD3DAEA5D03}" destId="{F04DB13F-2BE4-40F8-B8E2-8B5BB0B9B546}" srcOrd="1" destOrd="0" presId="urn:microsoft.com/office/officeart/2018/5/layout/IconLeafLabelList"/>
    <dgm:cxn modelId="{0A5BAE44-BAD9-4037-B0DE-366AC0C4504F}" type="presParOf" srcId="{AA0A6EFD-3B8B-4BA0-B717-4FD3DAEA5D03}" destId="{B1890B57-8EF3-4BFA-95A3-4F8AC7BCA89A}" srcOrd="2" destOrd="0" presId="urn:microsoft.com/office/officeart/2018/5/layout/IconLeafLabelList"/>
    <dgm:cxn modelId="{B06F6CD7-412E-4B48-ADCE-52FCBCEC8431}" type="presParOf" srcId="{AA0A6EFD-3B8B-4BA0-B717-4FD3DAEA5D03}" destId="{15A44088-B0E2-4440-8F77-43C2AF6554F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00B69E-E450-4321-85A6-A7471CC6717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BDD469-1B4B-467B-AD24-7D3C5F98C545}">
      <dgm:prSet/>
      <dgm:spPr/>
      <dgm:t>
        <a:bodyPr/>
        <a:lstStyle/>
        <a:p>
          <a:r>
            <a:rPr lang="en-US"/>
            <a:t>Upload</a:t>
          </a:r>
        </a:p>
      </dgm:t>
    </dgm:pt>
    <dgm:pt modelId="{218B53E8-A925-4F2D-8AFB-B085649583E8}" type="parTrans" cxnId="{D071BAB0-1F2F-418C-BD4C-E3A1DDA9CA80}">
      <dgm:prSet/>
      <dgm:spPr/>
      <dgm:t>
        <a:bodyPr/>
        <a:lstStyle/>
        <a:p>
          <a:endParaRPr lang="en-US"/>
        </a:p>
      </dgm:t>
    </dgm:pt>
    <dgm:pt modelId="{186B5957-AD29-43FF-8A42-4D589A95F2F1}" type="sibTrans" cxnId="{D071BAB0-1F2F-418C-BD4C-E3A1DDA9CA80}">
      <dgm:prSet/>
      <dgm:spPr/>
      <dgm:t>
        <a:bodyPr/>
        <a:lstStyle/>
        <a:p>
          <a:endParaRPr lang="en-US"/>
        </a:p>
      </dgm:t>
    </dgm:pt>
    <dgm:pt modelId="{E30C6280-5B7E-4054-A459-DA8827B5E547}">
      <dgm:prSet/>
      <dgm:spPr/>
      <dgm:t>
        <a:bodyPr/>
        <a:lstStyle/>
        <a:p>
          <a:r>
            <a:rPr lang="en-US"/>
            <a:t>Upload multiple research papers.</a:t>
          </a:r>
        </a:p>
      </dgm:t>
    </dgm:pt>
    <dgm:pt modelId="{0CB5AE35-918D-4ECB-AF43-E14DFD5A64E2}" type="parTrans" cxnId="{E5856721-D21A-4354-8DDB-087DD2BC6DBB}">
      <dgm:prSet/>
      <dgm:spPr/>
      <dgm:t>
        <a:bodyPr/>
        <a:lstStyle/>
        <a:p>
          <a:endParaRPr lang="en-US"/>
        </a:p>
      </dgm:t>
    </dgm:pt>
    <dgm:pt modelId="{FCDEADB2-29C7-4E65-B0AE-2C969A3CAE29}" type="sibTrans" cxnId="{E5856721-D21A-4354-8DDB-087DD2BC6DBB}">
      <dgm:prSet/>
      <dgm:spPr/>
      <dgm:t>
        <a:bodyPr/>
        <a:lstStyle/>
        <a:p>
          <a:endParaRPr lang="en-US"/>
        </a:p>
      </dgm:t>
    </dgm:pt>
    <dgm:pt modelId="{C63D7DB5-8DFE-4F1A-A77C-2752C0DA8D07}">
      <dgm:prSet/>
      <dgm:spPr/>
      <dgm:t>
        <a:bodyPr/>
        <a:lstStyle/>
        <a:p>
          <a:r>
            <a:rPr lang="en-US"/>
            <a:t>Ask</a:t>
          </a:r>
        </a:p>
      </dgm:t>
    </dgm:pt>
    <dgm:pt modelId="{C9A79EDE-2DB1-4D6A-94AA-1FC088B21ED4}" type="parTrans" cxnId="{CF094D58-1F3E-40B5-8312-FAFCD7BBA739}">
      <dgm:prSet/>
      <dgm:spPr/>
      <dgm:t>
        <a:bodyPr/>
        <a:lstStyle/>
        <a:p>
          <a:endParaRPr lang="en-US"/>
        </a:p>
      </dgm:t>
    </dgm:pt>
    <dgm:pt modelId="{4F4F847F-3884-480C-9D40-51B0569B6062}" type="sibTrans" cxnId="{CF094D58-1F3E-40B5-8312-FAFCD7BBA739}">
      <dgm:prSet/>
      <dgm:spPr/>
      <dgm:t>
        <a:bodyPr/>
        <a:lstStyle/>
        <a:p>
          <a:endParaRPr lang="en-US"/>
        </a:p>
      </dgm:t>
    </dgm:pt>
    <dgm:pt modelId="{C6285941-6B22-4C3C-8885-8B596E32D36C}">
      <dgm:prSet/>
      <dgm:spPr/>
      <dgm:t>
        <a:bodyPr/>
        <a:lstStyle/>
        <a:p>
          <a:r>
            <a:rPr lang="en-US"/>
            <a:t>Ask research-specific questions.</a:t>
          </a:r>
        </a:p>
      </dgm:t>
    </dgm:pt>
    <dgm:pt modelId="{5B99ED5B-97E0-4574-BCA9-ED62C1B68E68}" type="parTrans" cxnId="{9511F3BF-2E90-4170-B4D2-B0CFC9665143}">
      <dgm:prSet/>
      <dgm:spPr/>
      <dgm:t>
        <a:bodyPr/>
        <a:lstStyle/>
        <a:p>
          <a:endParaRPr lang="en-US"/>
        </a:p>
      </dgm:t>
    </dgm:pt>
    <dgm:pt modelId="{2AB37A8A-E2FA-4790-8DDA-50CD93F8ABEA}" type="sibTrans" cxnId="{9511F3BF-2E90-4170-B4D2-B0CFC9665143}">
      <dgm:prSet/>
      <dgm:spPr/>
      <dgm:t>
        <a:bodyPr/>
        <a:lstStyle/>
        <a:p>
          <a:endParaRPr lang="en-US"/>
        </a:p>
      </dgm:t>
    </dgm:pt>
    <dgm:pt modelId="{26476D32-6561-40C7-90BE-2172A65AE81E}">
      <dgm:prSet/>
      <dgm:spPr/>
      <dgm:t>
        <a:bodyPr/>
        <a:lstStyle/>
        <a:p>
          <a:r>
            <a:rPr lang="en-US"/>
            <a:t>Get</a:t>
          </a:r>
        </a:p>
      </dgm:t>
    </dgm:pt>
    <dgm:pt modelId="{F6021875-479D-4DBB-871B-8A1B2543EBFA}" type="parTrans" cxnId="{8D725DBD-CF47-4389-B046-AC342CC9F5BA}">
      <dgm:prSet/>
      <dgm:spPr/>
      <dgm:t>
        <a:bodyPr/>
        <a:lstStyle/>
        <a:p>
          <a:endParaRPr lang="en-US"/>
        </a:p>
      </dgm:t>
    </dgm:pt>
    <dgm:pt modelId="{FD038D4D-C942-4549-9748-F930CE2D4F16}" type="sibTrans" cxnId="{8D725DBD-CF47-4389-B046-AC342CC9F5BA}">
      <dgm:prSet/>
      <dgm:spPr/>
      <dgm:t>
        <a:bodyPr/>
        <a:lstStyle/>
        <a:p>
          <a:endParaRPr lang="en-US"/>
        </a:p>
      </dgm:t>
    </dgm:pt>
    <dgm:pt modelId="{AC3397CA-F2DB-4554-9ED7-7573F5FF4A87}">
      <dgm:prSet/>
      <dgm:spPr/>
      <dgm:t>
        <a:bodyPr/>
        <a:lstStyle/>
        <a:p>
          <a:r>
            <a:rPr lang="en-US" dirty="0"/>
            <a:t>Get precise, chunk-grounded answers.</a:t>
          </a:r>
        </a:p>
      </dgm:t>
    </dgm:pt>
    <dgm:pt modelId="{61F322BA-D246-4C6F-81D1-15E55D41E697}" type="parTrans" cxnId="{68466458-DBAC-43C3-A862-0C68B738E948}">
      <dgm:prSet/>
      <dgm:spPr/>
      <dgm:t>
        <a:bodyPr/>
        <a:lstStyle/>
        <a:p>
          <a:endParaRPr lang="en-US"/>
        </a:p>
      </dgm:t>
    </dgm:pt>
    <dgm:pt modelId="{62A342FD-C81E-4532-8C9A-053EE25EF21B}" type="sibTrans" cxnId="{68466458-DBAC-43C3-A862-0C68B738E948}">
      <dgm:prSet/>
      <dgm:spPr/>
      <dgm:t>
        <a:bodyPr/>
        <a:lstStyle/>
        <a:p>
          <a:endParaRPr lang="en-US"/>
        </a:p>
      </dgm:t>
    </dgm:pt>
    <dgm:pt modelId="{3E56CE62-A296-4736-86DE-08E65D51ED2F}">
      <dgm:prSet/>
      <dgm:spPr/>
      <dgm:t>
        <a:bodyPr/>
        <a:lstStyle/>
        <a:p>
          <a:r>
            <a:rPr lang="en-US"/>
            <a:t>View</a:t>
          </a:r>
        </a:p>
      </dgm:t>
    </dgm:pt>
    <dgm:pt modelId="{859EC44F-2098-4E94-934D-224E3E84C79E}" type="parTrans" cxnId="{26191362-9B4A-4812-88BD-62265D814A87}">
      <dgm:prSet/>
      <dgm:spPr/>
      <dgm:t>
        <a:bodyPr/>
        <a:lstStyle/>
        <a:p>
          <a:endParaRPr lang="en-US"/>
        </a:p>
      </dgm:t>
    </dgm:pt>
    <dgm:pt modelId="{EE921E8D-0B5D-405E-81AE-7483E7D991D4}" type="sibTrans" cxnId="{26191362-9B4A-4812-88BD-62265D814A87}">
      <dgm:prSet/>
      <dgm:spPr/>
      <dgm:t>
        <a:bodyPr/>
        <a:lstStyle/>
        <a:p>
          <a:endParaRPr lang="en-US"/>
        </a:p>
      </dgm:t>
    </dgm:pt>
    <dgm:pt modelId="{9B681AEF-F968-4D14-AA38-D8637E029488}">
      <dgm:prSet/>
      <dgm:spPr/>
      <dgm:t>
        <a:bodyPr/>
        <a:lstStyle/>
        <a:p>
          <a:r>
            <a:rPr lang="en-US"/>
            <a:t>View citations from relevant documents.</a:t>
          </a:r>
        </a:p>
      </dgm:t>
    </dgm:pt>
    <dgm:pt modelId="{948B4FC3-FE70-4A58-8083-B3FAA00C3967}" type="parTrans" cxnId="{BD882CAA-740F-45C9-8569-18A0D1AF8C90}">
      <dgm:prSet/>
      <dgm:spPr/>
      <dgm:t>
        <a:bodyPr/>
        <a:lstStyle/>
        <a:p>
          <a:endParaRPr lang="en-US"/>
        </a:p>
      </dgm:t>
    </dgm:pt>
    <dgm:pt modelId="{31AC4424-B918-4051-8CC3-0C549EF3DF47}" type="sibTrans" cxnId="{BD882CAA-740F-45C9-8569-18A0D1AF8C90}">
      <dgm:prSet/>
      <dgm:spPr/>
      <dgm:t>
        <a:bodyPr/>
        <a:lstStyle/>
        <a:p>
          <a:endParaRPr lang="en-US"/>
        </a:p>
      </dgm:t>
    </dgm:pt>
    <dgm:pt modelId="{2D96ECED-7EA3-4603-B6FF-0162E4033B43}">
      <dgm:prSet/>
      <dgm:spPr/>
      <dgm:t>
        <a:bodyPr/>
        <a:lstStyle/>
        <a:p>
          <a:r>
            <a:rPr lang="en-US"/>
            <a:t>Evaluate</a:t>
          </a:r>
        </a:p>
      </dgm:t>
    </dgm:pt>
    <dgm:pt modelId="{18FB3F75-AD50-4946-A4CB-BA9B012DC3CE}" type="parTrans" cxnId="{48CA5534-C17D-45AF-8BBC-749673251C56}">
      <dgm:prSet/>
      <dgm:spPr/>
      <dgm:t>
        <a:bodyPr/>
        <a:lstStyle/>
        <a:p>
          <a:endParaRPr lang="en-US"/>
        </a:p>
      </dgm:t>
    </dgm:pt>
    <dgm:pt modelId="{21047F24-16D4-4411-8760-B41280D71A9D}" type="sibTrans" cxnId="{48CA5534-C17D-45AF-8BBC-749673251C56}">
      <dgm:prSet/>
      <dgm:spPr/>
      <dgm:t>
        <a:bodyPr/>
        <a:lstStyle/>
        <a:p>
          <a:endParaRPr lang="en-US"/>
        </a:p>
      </dgm:t>
    </dgm:pt>
    <dgm:pt modelId="{3713BAE6-EFEF-402E-AF71-548FB53DEA0D}">
      <dgm:prSet/>
      <dgm:spPr/>
      <dgm:t>
        <a:bodyPr/>
        <a:lstStyle/>
        <a:p>
          <a:r>
            <a:rPr lang="en-US"/>
            <a:t>Evaluate answers with BLEU, ROUGE, EM.</a:t>
          </a:r>
        </a:p>
      </dgm:t>
    </dgm:pt>
    <dgm:pt modelId="{91506A8C-6412-4F4E-80C4-2DC8DFA75F55}" type="parTrans" cxnId="{61789AF9-EBA2-4DBE-82C2-EA2DAFB21858}">
      <dgm:prSet/>
      <dgm:spPr/>
      <dgm:t>
        <a:bodyPr/>
        <a:lstStyle/>
        <a:p>
          <a:endParaRPr lang="en-US"/>
        </a:p>
      </dgm:t>
    </dgm:pt>
    <dgm:pt modelId="{002A4A18-6AB2-4FB9-8303-AB19BA3284C7}" type="sibTrans" cxnId="{61789AF9-EBA2-4DBE-82C2-EA2DAFB21858}">
      <dgm:prSet/>
      <dgm:spPr/>
      <dgm:t>
        <a:bodyPr/>
        <a:lstStyle/>
        <a:p>
          <a:endParaRPr lang="en-US"/>
        </a:p>
      </dgm:t>
    </dgm:pt>
    <dgm:pt modelId="{0F616BF2-738E-4E27-A806-60E9C81944A8}" type="pres">
      <dgm:prSet presAssocID="{BF00B69E-E450-4321-85A6-A7471CC67170}" presName="Name0" presStyleCnt="0">
        <dgm:presLayoutVars>
          <dgm:dir/>
          <dgm:animLvl val="lvl"/>
          <dgm:resizeHandles val="exact"/>
        </dgm:presLayoutVars>
      </dgm:prSet>
      <dgm:spPr/>
    </dgm:pt>
    <dgm:pt modelId="{88695089-3E45-4B1B-8675-1ED319A1F687}" type="pres">
      <dgm:prSet presAssocID="{06BDD469-1B4B-467B-AD24-7D3C5F98C545}" presName="linNode" presStyleCnt="0"/>
      <dgm:spPr/>
    </dgm:pt>
    <dgm:pt modelId="{5EB2B4C8-A6B9-4D47-BE5D-079AC5B31D38}" type="pres">
      <dgm:prSet presAssocID="{06BDD469-1B4B-467B-AD24-7D3C5F98C545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39C83BFD-DAA1-4060-BF2A-DFEAAB5371D8}" type="pres">
      <dgm:prSet presAssocID="{06BDD469-1B4B-467B-AD24-7D3C5F98C545}" presName="descendantText" presStyleLbl="alignAccFollowNode1" presStyleIdx="0" presStyleCnt="5">
        <dgm:presLayoutVars>
          <dgm:bulletEnabled/>
        </dgm:presLayoutVars>
      </dgm:prSet>
      <dgm:spPr/>
    </dgm:pt>
    <dgm:pt modelId="{634AFBB4-8B3B-4559-AFAC-870B701926FC}" type="pres">
      <dgm:prSet presAssocID="{186B5957-AD29-43FF-8A42-4D589A95F2F1}" presName="sp" presStyleCnt="0"/>
      <dgm:spPr/>
    </dgm:pt>
    <dgm:pt modelId="{73C54E97-1C66-4C0C-BF3A-F7D89E0E712F}" type="pres">
      <dgm:prSet presAssocID="{C63D7DB5-8DFE-4F1A-A77C-2752C0DA8D07}" presName="linNode" presStyleCnt="0"/>
      <dgm:spPr/>
    </dgm:pt>
    <dgm:pt modelId="{86C47663-3245-47D4-9FA8-7B163B540888}" type="pres">
      <dgm:prSet presAssocID="{C63D7DB5-8DFE-4F1A-A77C-2752C0DA8D0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A8A8D883-5753-4246-A0A8-B1F783F59270}" type="pres">
      <dgm:prSet presAssocID="{C63D7DB5-8DFE-4F1A-A77C-2752C0DA8D07}" presName="descendantText" presStyleLbl="alignAccFollowNode1" presStyleIdx="1" presStyleCnt="5">
        <dgm:presLayoutVars>
          <dgm:bulletEnabled/>
        </dgm:presLayoutVars>
      </dgm:prSet>
      <dgm:spPr/>
    </dgm:pt>
    <dgm:pt modelId="{BDDB2367-69EE-47B3-9A07-7D9D500998C0}" type="pres">
      <dgm:prSet presAssocID="{4F4F847F-3884-480C-9D40-51B0569B6062}" presName="sp" presStyleCnt="0"/>
      <dgm:spPr/>
    </dgm:pt>
    <dgm:pt modelId="{00822418-FB5B-4C70-B274-D56026F5FB56}" type="pres">
      <dgm:prSet presAssocID="{26476D32-6561-40C7-90BE-2172A65AE81E}" presName="linNode" presStyleCnt="0"/>
      <dgm:spPr/>
    </dgm:pt>
    <dgm:pt modelId="{CDB0B0CD-9808-4F8F-AF48-C638E77709B9}" type="pres">
      <dgm:prSet presAssocID="{26476D32-6561-40C7-90BE-2172A65AE81E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FF3C46AC-B681-4C7E-9DBD-2B0443C0525E}" type="pres">
      <dgm:prSet presAssocID="{26476D32-6561-40C7-90BE-2172A65AE81E}" presName="descendantText" presStyleLbl="alignAccFollowNode1" presStyleIdx="2" presStyleCnt="5">
        <dgm:presLayoutVars>
          <dgm:bulletEnabled/>
        </dgm:presLayoutVars>
      </dgm:prSet>
      <dgm:spPr/>
    </dgm:pt>
    <dgm:pt modelId="{A49DD645-9602-456F-B442-801FA76D27B6}" type="pres">
      <dgm:prSet presAssocID="{FD038D4D-C942-4549-9748-F930CE2D4F16}" presName="sp" presStyleCnt="0"/>
      <dgm:spPr/>
    </dgm:pt>
    <dgm:pt modelId="{62296512-9A18-4FC1-A4D0-61A7E52141B7}" type="pres">
      <dgm:prSet presAssocID="{3E56CE62-A296-4736-86DE-08E65D51ED2F}" presName="linNode" presStyleCnt="0"/>
      <dgm:spPr/>
    </dgm:pt>
    <dgm:pt modelId="{71C6CEBF-D91E-4B6E-B62B-CCFB224D8EB5}" type="pres">
      <dgm:prSet presAssocID="{3E56CE62-A296-4736-86DE-08E65D51ED2F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43C55AC9-5C27-40AC-A35A-224EB18F5AF9}" type="pres">
      <dgm:prSet presAssocID="{3E56CE62-A296-4736-86DE-08E65D51ED2F}" presName="descendantText" presStyleLbl="alignAccFollowNode1" presStyleIdx="3" presStyleCnt="5">
        <dgm:presLayoutVars>
          <dgm:bulletEnabled/>
        </dgm:presLayoutVars>
      </dgm:prSet>
      <dgm:spPr/>
    </dgm:pt>
    <dgm:pt modelId="{823BF9EE-2312-4EAD-AB32-8F8375B00417}" type="pres">
      <dgm:prSet presAssocID="{EE921E8D-0B5D-405E-81AE-7483E7D991D4}" presName="sp" presStyleCnt="0"/>
      <dgm:spPr/>
    </dgm:pt>
    <dgm:pt modelId="{153E8956-3DCC-4F7F-8DFC-3640CFA0CD84}" type="pres">
      <dgm:prSet presAssocID="{2D96ECED-7EA3-4603-B6FF-0162E4033B43}" presName="linNode" presStyleCnt="0"/>
      <dgm:spPr/>
    </dgm:pt>
    <dgm:pt modelId="{75254113-E8B5-4478-9E5C-D9F73505F323}" type="pres">
      <dgm:prSet presAssocID="{2D96ECED-7EA3-4603-B6FF-0162E4033B43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D14DB122-80C5-4B15-A40C-2F224763521D}" type="pres">
      <dgm:prSet presAssocID="{2D96ECED-7EA3-4603-B6FF-0162E4033B43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F0BF7304-22CE-461A-95B1-A17D4F655A03}" type="presOf" srcId="{E30C6280-5B7E-4054-A459-DA8827B5E547}" destId="{39C83BFD-DAA1-4060-BF2A-DFEAAB5371D8}" srcOrd="0" destOrd="0" presId="urn:microsoft.com/office/officeart/2016/7/layout/VerticalSolidActionList"/>
    <dgm:cxn modelId="{4B8DE10F-2EAD-40D7-908C-7A52D6306CFF}" type="presOf" srcId="{AC3397CA-F2DB-4554-9ED7-7573F5FF4A87}" destId="{FF3C46AC-B681-4C7E-9DBD-2B0443C0525E}" srcOrd="0" destOrd="0" presId="urn:microsoft.com/office/officeart/2016/7/layout/VerticalSolidActionList"/>
    <dgm:cxn modelId="{98161811-3A77-44D3-A7A8-3120CB4ECD88}" type="presOf" srcId="{3E56CE62-A296-4736-86DE-08E65D51ED2F}" destId="{71C6CEBF-D91E-4B6E-B62B-CCFB224D8EB5}" srcOrd="0" destOrd="0" presId="urn:microsoft.com/office/officeart/2016/7/layout/VerticalSolidActionList"/>
    <dgm:cxn modelId="{E5856721-D21A-4354-8DDB-087DD2BC6DBB}" srcId="{06BDD469-1B4B-467B-AD24-7D3C5F98C545}" destId="{E30C6280-5B7E-4054-A459-DA8827B5E547}" srcOrd="0" destOrd="0" parTransId="{0CB5AE35-918D-4ECB-AF43-E14DFD5A64E2}" sibTransId="{FCDEADB2-29C7-4E65-B0AE-2C969A3CAE29}"/>
    <dgm:cxn modelId="{5C520A26-765E-4A18-9B4C-1B0B0B2E581E}" type="presOf" srcId="{2D96ECED-7EA3-4603-B6FF-0162E4033B43}" destId="{75254113-E8B5-4478-9E5C-D9F73505F323}" srcOrd="0" destOrd="0" presId="urn:microsoft.com/office/officeart/2016/7/layout/VerticalSolidActionList"/>
    <dgm:cxn modelId="{6FD7E626-4D6B-4259-9411-392AB3CE9CC2}" type="presOf" srcId="{BF00B69E-E450-4321-85A6-A7471CC67170}" destId="{0F616BF2-738E-4E27-A806-60E9C81944A8}" srcOrd="0" destOrd="0" presId="urn:microsoft.com/office/officeart/2016/7/layout/VerticalSolidActionList"/>
    <dgm:cxn modelId="{48CA5534-C17D-45AF-8BBC-749673251C56}" srcId="{BF00B69E-E450-4321-85A6-A7471CC67170}" destId="{2D96ECED-7EA3-4603-B6FF-0162E4033B43}" srcOrd="4" destOrd="0" parTransId="{18FB3F75-AD50-4946-A4CB-BA9B012DC3CE}" sibTransId="{21047F24-16D4-4411-8760-B41280D71A9D}"/>
    <dgm:cxn modelId="{26191362-9B4A-4812-88BD-62265D814A87}" srcId="{BF00B69E-E450-4321-85A6-A7471CC67170}" destId="{3E56CE62-A296-4736-86DE-08E65D51ED2F}" srcOrd="3" destOrd="0" parTransId="{859EC44F-2098-4E94-934D-224E3E84C79E}" sibTransId="{EE921E8D-0B5D-405E-81AE-7483E7D991D4}"/>
    <dgm:cxn modelId="{29245A48-7437-4CC3-8D98-702379FEC3E6}" type="presOf" srcId="{C6285941-6B22-4C3C-8885-8B596E32D36C}" destId="{A8A8D883-5753-4246-A0A8-B1F783F59270}" srcOrd="0" destOrd="0" presId="urn:microsoft.com/office/officeart/2016/7/layout/VerticalSolidActionList"/>
    <dgm:cxn modelId="{50E3E86E-8F0A-4B47-922C-E77712786926}" type="presOf" srcId="{26476D32-6561-40C7-90BE-2172A65AE81E}" destId="{CDB0B0CD-9808-4F8F-AF48-C638E77709B9}" srcOrd="0" destOrd="0" presId="urn:microsoft.com/office/officeart/2016/7/layout/VerticalSolidActionList"/>
    <dgm:cxn modelId="{68466458-DBAC-43C3-A862-0C68B738E948}" srcId="{26476D32-6561-40C7-90BE-2172A65AE81E}" destId="{AC3397CA-F2DB-4554-9ED7-7573F5FF4A87}" srcOrd="0" destOrd="0" parTransId="{61F322BA-D246-4C6F-81D1-15E55D41E697}" sibTransId="{62A342FD-C81E-4532-8C9A-053EE25EF21B}"/>
    <dgm:cxn modelId="{CF094D58-1F3E-40B5-8312-FAFCD7BBA739}" srcId="{BF00B69E-E450-4321-85A6-A7471CC67170}" destId="{C63D7DB5-8DFE-4F1A-A77C-2752C0DA8D07}" srcOrd="1" destOrd="0" parTransId="{C9A79EDE-2DB1-4D6A-94AA-1FC088B21ED4}" sibTransId="{4F4F847F-3884-480C-9D40-51B0569B6062}"/>
    <dgm:cxn modelId="{21C17A78-FCE6-4A9B-8F42-FDAC419A7FEC}" type="presOf" srcId="{9B681AEF-F968-4D14-AA38-D8637E029488}" destId="{43C55AC9-5C27-40AC-A35A-224EB18F5AF9}" srcOrd="0" destOrd="0" presId="urn:microsoft.com/office/officeart/2016/7/layout/VerticalSolidActionList"/>
    <dgm:cxn modelId="{1D3F8B8B-09BE-4C0D-A78F-D7C3DCBC347F}" type="presOf" srcId="{3713BAE6-EFEF-402E-AF71-548FB53DEA0D}" destId="{D14DB122-80C5-4B15-A40C-2F224763521D}" srcOrd="0" destOrd="0" presId="urn:microsoft.com/office/officeart/2016/7/layout/VerticalSolidActionList"/>
    <dgm:cxn modelId="{BD882CAA-740F-45C9-8569-18A0D1AF8C90}" srcId="{3E56CE62-A296-4736-86DE-08E65D51ED2F}" destId="{9B681AEF-F968-4D14-AA38-D8637E029488}" srcOrd="0" destOrd="0" parTransId="{948B4FC3-FE70-4A58-8083-B3FAA00C3967}" sibTransId="{31AC4424-B918-4051-8CC3-0C549EF3DF47}"/>
    <dgm:cxn modelId="{D071BAB0-1F2F-418C-BD4C-E3A1DDA9CA80}" srcId="{BF00B69E-E450-4321-85A6-A7471CC67170}" destId="{06BDD469-1B4B-467B-AD24-7D3C5F98C545}" srcOrd="0" destOrd="0" parTransId="{218B53E8-A925-4F2D-8AFB-B085649583E8}" sibTransId="{186B5957-AD29-43FF-8A42-4D589A95F2F1}"/>
    <dgm:cxn modelId="{8D725DBD-CF47-4389-B046-AC342CC9F5BA}" srcId="{BF00B69E-E450-4321-85A6-A7471CC67170}" destId="{26476D32-6561-40C7-90BE-2172A65AE81E}" srcOrd="2" destOrd="0" parTransId="{F6021875-479D-4DBB-871B-8A1B2543EBFA}" sibTransId="{FD038D4D-C942-4549-9748-F930CE2D4F16}"/>
    <dgm:cxn modelId="{9511F3BF-2E90-4170-B4D2-B0CFC9665143}" srcId="{C63D7DB5-8DFE-4F1A-A77C-2752C0DA8D07}" destId="{C6285941-6B22-4C3C-8885-8B596E32D36C}" srcOrd="0" destOrd="0" parTransId="{5B99ED5B-97E0-4574-BCA9-ED62C1B68E68}" sibTransId="{2AB37A8A-E2FA-4790-8DDA-50CD93F8ABEA}"/>
    <dgm:cxn modelId="{7D87D5C4-28A3-43CC-B260-02CD8C3AA9FE}" type="presOf" srcId="{C63D7DB5-8DFE-4F1A-A77C-2752C0DA8D07}" destId="{86C47663-3245-47D4-9FA8-7B163B540888}" srcOrd="0" destOrd="0" presId="urn:microsoft.com/office/officeart/2016/7/layout/VerticalSolidActionList"/>
    <dgm:cxn modelId="{AD772CF3-A896-40BA-A1FE-65C7ABE6A8C2}" type="presOf" srcId="{06BDD469-1B4B-467B-AD24-7D3C5F98C545}" destId="{5EB2B4C8-A6B9-4D47-BE5D-079AC5B31D38}" srcOrd="0" destOrd="0" presId="urn:microsoft.com/office/officeart/2016/7/layout/VerticalSolidActionList"/>
    <dgm:cxn modelId="{61789AF9-EBA2-4DBE-82C2-EA2DAFB21858}" srcId="{2D96ECED-7EA3-4603-B6FF-0162E4033B43}" destId="{3713BAE6-EFEF-402E-AF71-548FB53DEA0D}" srcOrd="0" destOrd="0" parTransId="{91506A8C-6412-4F4E-80C4-2DC8DFA75F55}" sibTransId="{002A4A18-6AB2-4FB9-8303-AB19BA3284C7}"/>
    <dgm:cxn modelId="{6AC9FF21-FC52-4457-ABA9-2CCE8DF9A81A}" type="presParOf" srcId="{0F616BF2-738E-4E27-A806-60E9C81944A8}" destId="{88695089-3E45-4B1B-8675-1ED319A1F687}" srcOrd="0" destOrd="0" presId="urn:microsoft.com/office/officeart/2016/7/layout/VerticalSolidActionList"/>
    <dgm:cxn modelId="{931EF074-CA6A-4EED-96AD-F60B5FC0C160}" type="presParOf" srcId="{88695089-3E45-4B1B-8675-1ED319A1F687}" destId="{5EB2B4C8-A6B9-4D47-BE5D-079AC5B31D38}" srcOrd="0" destOrd="0" presId="urn:microsoft.com/office/officeart/2016/7/layout/VerticalSolidActionList"/>
    <dgm:cxn modelId="{73C5B152-A3F9-4E68-8098-BD4F41710190}" type="presParOf" srcId="{88695089-3E45-4B1B-8675-1ED319A1F687}" destId="{39C83BFD-DAA1-4060-BF2A-DFEAAB5371D8}" srcOrd="1" destOrd="0" presId="urn:microsoft.com/office/officeart/2016/7/layout/VerticalSolidActionList"/>
    <dgm:cxn modelId="{1ED880FF-7811-4E33-8AA3-092B835241D0}" type="presParOf" srcId="{0F616BF2-738E-4E27-A806-60E9C81944A8}" destId="{634AFBB4-8B3B-4559-AFAC-870B701926FC}" srcOrd="1" destOrd="0" presId="urn:microsoft.com/office/officeart/2016/7/layout/VerticalSolidActionList"/>
    <dgm:cxn modelId="{18409EBB-38AA-498A-A390-45CED2F7DA63}" type="presParOf" srcId="{0F616BF2-738E-4E27-A806-60E9C81944A8}" destId="{73C54E97-1C66-4C0C-BF3A-F7D89E0E712F}" srcOrd="2" destOrd="0" presId="urn:microsoft.com/office/officeart/2016/7/layout/VerticalSolidActionList"/>
    <dgm:cxn modelId="{588E0FBB-18F0-47A6-9FEA-D6E9D655655E}" type="presParOf" srcId="{73C54E97-1C66-4C0C-BF3A-F7D89E0E712F}" destId="{86C47663-3245-47D4-9FA8-7B163B540888}" srcOrd="0" destOrd="0" presId="urn:microsoft.com/office/officeart/2016/7/layout/VerticalSolidActionList"/>
    <dgm:cxn modelId="{5A709584-9A4E-40A1-AF30-A585FDEC3D33}" type="presParOf" srcId="{73C54E97-1C66-4C0C-BF3A-F7D89E0E712F}" destId="{A8A8D883-5753-4246-A0A8-B1F783F59270}" srcOrd="1" destOrd="0" presId="urn:microsoft.com/office/officeart/2016/7/layout/VerticalSolidActionList"/>
    <dgm:cxn modelId="{2F185C09-5F88-42E7-9617-8A5FE3A6C219}" type="presParOf" srcId="{0F616BF2-738E-4E27-A806-60E9C81944A8}" destId="{BDDB2367-69EE-47B3-9A07-7D9D500998C0}" srcOrd="3" destOrd="0" presId="urn:microsoft.com/office/officeart/2016/7/layout/VerticalSolidActionList"/>
    <dgm:cxn modelId="{E7522502-8465-491C-A8AC-93CAAE7E514B}" type="presParOf" srcId="{0F616BF2-738E-4E27-A806-60E9C81944A8}" destId="{00822418-FB5B-4C70-B274-D56026F5FB56}" srcOrd="4" destOrd="0" presId="urn:microsoft.com/office/officeart/2016/7/layout/VerticalSolidActionList"/>
    <dgm:cxn modelId="{703B6621-EE3E-41AC-A2DC-689E20D345BA}" type="presParOf" srcId="{00822418-FB5B-4C70-B274-D56026F5FB56}" destId="{CDB0B0CD-9808-4F8F-AF48-C638E77709B9}" srcOrd="0" destOrd="0" presId="urn:microsoft.com/office/officeart/2016/7/layout/VerticalSolidActionList"/>
    <dgm:cxn modelId="{017462BC-5CC4-4E5D-BF49-449FD957B2E3}" type="presParOf" srcId="{00822418-FB5B-4C70-B274-D56026F5FB56}" destId="{FF3C46AC-B681-4C7E-9DBD-2B0443C0525E}" srcOrd="1" destOrd="0" presId="urn:microsoft.com/office/officeart/2016/7/layout/VerticalSolidActionList"/>
    <dgm:cxn modelId="{A6F14EC7-F56A-4EE1-8EEF-193D449099C3}" type="presParOf" srcId="{0F616BF2-738E-4E27-A806-60E9C81944A8}" destId="{A49DD645-9602-456F-B442-801FA76D27B6}" srcOrd="5" destOrd="0" presId="urn:microsoft.com/office/officeart/2016/7/layout/VerticalSolidActionList"/>
    <dgm:cxn modelId="{CF8AA464-091E-4DAD-BD58-BE30B759196B}" type="presParOf" srcId="{0F616BF2-738E-4E27-A806-60E9C81944A8}" destId="{62296512-9A18-4FC1-A4D0-61A7E52141B7}" srcOrd="6" destOrd="0" presId="urn:microsoft.com/office/officeart/2016/7/layout/VerticalSolidActionList"/>
    <dgm:cxn modelId="{5CBA578E-EFC6-47A5-8FDA-D85FE32F319C}" type="presParOf" srcId="{62296512-9A18-4FC1-A4D0-61A7E52141B7}" destId="{71C6CEBF-D91E-4B6E-B62B-CCFB224D8EB5}" srcOrd="0" destOrd="0" presId="urn:microsoft.com/office/officeart/2016/7/layout/VerticalSolidActionList"/>
    <dgm:cxn modelId="{3A45570E-4934-4CBD-A2FB-73B1E0102338}" type="presParOf" srcId="{62296512-9A18-4FC1-A4D0-61A7E52141B7}" destId="{43C55AC9-5C27-40AC-A35A-224EB18F5AF9}" srcOrd="1" destOrd="0" presId="urn:microsoft.com/office/officeart/2016/7/layout/VerticalSolidActionList"/>
    <dgm:cxn modelId="{1ED479D0-FBB4-4C81-8437-32FE8CB382D5}" type="presParOf" srcId="{0F616BF2-738E-4E27-A806-60E9C81944A8}" destId="{823BF9EE-2312-4EAD-AB32-8F8375B00417}" srcOrd="7" destOrd="0" presId="urn:microsoft.com/office/officeart/2016/7/layout/VerticalSolidActionList"/>
    <dgm:cxn modelId="{4D9CE32B-B2F3-4C7F-BBEF-95267F5435D8}" type="presParOf" srcId="{0F616BF2-738E-4E27-A806-60E9C81944A8}" destId="{153E8956-3DCC-4F7F-8DFC-3640CFA0CD84}" srcOrd="8" destOrd="0" presId="urn:microsoft.com/office/officeart/2016/7/layout/VerticalSolidActionList"/>
    <dgm:cxn modelId="{3FB91D32-40B8-4F4A-BF02-107294F478EF}" type="presParOf" srcId="{153E8956-3DCC-4F7F-8DFC-3640CFA0CD84}" destId="{75254113-E8B5-4478-9E5C-D9F73505F323}" srcOrd="0" destOrd="0" presId="urn:microsoft.com/office/officeart/2016/7/layout/VerticalSolidActionList"/>
    <dgm:cxn modelId="{7D6F9D49-AFE8-40E2-ACBD-1FEC2EA1055F}" type="presParOf" srcId="{153E8956-3DCC-4F7F-8DFC-3640CFA0CD84}" destId="{D14DB122-80C5-4B15-A40C-2F224763521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8DA1B9-4713-4951-90A4-E97433A9DD2E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AC403E0-1CFB-45A2-90BF-9AEAC0E52F2A}">
      <dgm:prSet/>
      <dgm:spPr/>
      <dgm:t>
        <a:bodyPr/>
        <a:lstStyle/>
        <a:p>
          <a:r>
            <a:rPr lang="en-US"/>
            <a:t>Clean dark-themed interface.</a:t>
          </a:r>
        </a:p>
      </dgm:t>
    </dgm:pt>
    <dgm:pt modelId="{C8AB2A5A-698E-4BF8-9955-EBDBEE3E5E68}" type="parTrans" cxnId="{45F1D390-85F5-46A7-9BE8-6901C86B6694}">
      <dgm:prSet/>
      <dgm:spPr/>
      <dgm:t>
        <a:bodyPr/>
        <a:lstStyle/>
        <a:p>
          <a:endParaRPr lang="en-US"/>
        </a:p>
      </dgm:t>
    </dgm:pt>
    <dgm:pt modelId="{0913AB51-A0B2-4066-8EB3-6C2EBB1C214D}" type="sibTrans" cxnId="{45F1D390-85F5-46A7-9BE8-6901C86B6694}">
      <dgm:prSet/>
      <dgm:spPr/>
      <dgm:t>
        <a:bodyPr/>
        <a:lstStyle/>
        <a:p>
          <a:endParaRPr lang="en-US"/>
        </a:p>
      </dgm:t>
    </dgm:pt>
    <dgm:pt modelId="{C4CB2896-37A8-4577-824A-C86F967C2344}">
      <dgm:prSet/>
      <dgm:spPr/>
      <dgm:t>
        <a:bodyPr/>
        <a:lstStyle/>
        <a:p>
          <a:r>
            <a:rPr lang="en-US"/>
            <a:t>Multi-document selector (sidebar).</a:t>
          </a:r>
        </a:p>
      </dgm:t>
    </dgm:pt>
    <dgm:pt modelId="{212512D8-7A92-4D0C-B660-A47F9BBE0588}" type="parTrans" cxnId="{B98A6E27-40B2-4C77-97DC-D0CF349BAB8F}">
      <dgm:prSet/>
      <dgm:spPr/>
      <dgm:t>
        <a:bodyPr/>
        <a:lstStyle/>
        <a:p>
          <a:endParaRPr lang="en-US"/>
        </a:p>
      </dgm:t>
    </dgm:pt>
    <dgm:pt modelId="{604A6CCB-E39D-4358-B1B7-2B995F7101EE}" type="sibTrans" cxnId="{B98A6E27-40B2-4C77-97DC-D0CF349BAB8F}">
      <dgm:prSet/>
      <dgm:spPr/>
      <dgm:t>
        <a:bodyPr/>
        <a:lstStyle/>
        <a:p>
          <a:endParaRPr lang="en-US"/>
        </a:p>
      </dgm:t>
    </dgm:pt>
    <dgm:pt modelId="{85ECCA4B-E1DA-4BB8-B7E4-786FA089B308}">
      <dgm:prSet/>
      <dgm:spPr/>
      <dgm:t>
        <a:bodyPr/>
        <a:lstStyle/>
        <a:p>
          <a:r>
            <a:rPr lang="en-US" dirty="0"/>
            <a:t>Question input box.</a:t>
          </a:r>
        </a:p>
      </dgm:t>
    </dgm:pt>
    <dgm:pt modelId="{D3A5902C-DAB9-4D0C-B57D-C6993BE55D69}" type="parTrans" cxnId="{B34C5256-8C81-4502-BB8A-2A146E2AFDC4}">
      <dgm:prSet/>
      <dgm:spPr/>
      <dgm:t>
        <a:bodyPr/>
        <a:lstStyle/>
        <a:p>
          <a:endParaRPr lang="en-US"/>
        </a:p>
      </dgm:t>
    </dgm:pt>
    <dgm:pt modelId="{54B7850F-D5B5-4241-885D-955EDB60D8EB}" type="sibTrans" cxnId="{B34C5256-8C81-4502-BB8A-2A146E2AFDC4}">
      <dgm:prSet/>
      <dgm:spPr/>
      <dgm:t>
        <a:bodyPr/>
        <a:lstStyle/>
        <a:p>
          <a:endParaRPr lang="en-US"/>
        </a:p>
      </dgm:t>
    </dgm:pt>
    <dgm:pt modelId="{52F8C178-29B1-4D80-92FC-C6B58EA0809C}">
      <dgm:prSet/>
      <dgm:spPr/>
      <dgm:t>
        <a:bodyPr/>
        <a:lstStyle/>
        <a:p>
          <a:r>
            <a:rPr lang="en-US"/>
            <a:t>Retrieved answer and source chunks display.</a:t>
          </a:r>
        </a:p>
      </dgm:t>
    </dgm:pt>
    <dgm:pt modelId="{30A012B3-110D-4A89-B097-ACDB7B1B1998}" type="parTrans" cxnId="{CFBD4DF6-BF82-4782-9EAE-693139BCA4F3}">
      <dgm:prSet/>
      <dgm:spPr/>
      <dgm:t>
        <a:bodyPr/>
        <a:lstStyle/>
        <a:p>
          <a:endParaRPr lang="en-US"/>
        </a:p>
      </dgm:t>
    </dgm:pt>
    <dgm:pt modelId="{B7171504-467D-4B8D-B7F0-567E8B6302E9}" type="sibTrans" cxnId="{CFBD4DF6-BF82-4782-9EAE-693139BCA4F3}">
      <dgm:prSet/>
      <dgm:spPr/>
      <dgm:t>
        <a:bodyPr/>
        <a:lstStyle/>
        <a:p>
          <a:endParaRPr lang="en-US"/>
        </a:p>
      </dgm:t>
    </dgm:pt>
    <dgm:pt modelId="{3BE797F1-9F40-44FD-8844-10965E37F244}">
      <dgm:prSet/>
      <dgm:spPr/>
      <dgm:t>
        <a:bodyPr/>
        <a:lstStyle/>
        <a:p>
          <a:r>
            <a:rPr lang="en-US"/>
            <a:t>User-friendly, responsive layout.</a:t>
          </a:r>
        </a:p>
      </dgm:t>
    </dgm:pt>
    <dgm:pt modelId="{825AEE97-5AD6-4331-A709-088798E88665}" type="parTrans" cxnId="{E11B980E-4BAA-420B-83D9-12FFA924C709}">
      <dgm:prSet/>
      <dgm:spPr/>
      <dgm:t>
        <a:bodyPr/>
        <a:lstStyle/>
        <a:p>
          <a:endParaRPr lang="en-US"/>
        </a:p>
      </dgm:t>
    </dgm:pt>
    <dgm:pt modelId="{C34DAD5E-6B36-4C8D-995F-B65DA5706BD5}" type="sibTrans" cxnId="{E11B980E-4BAA-420B-83D9-12FFA924C709}">
      <dgm:prSet/>
      <dgm:spPr/>
      <dgm:t>
        <a:bodyPr/>
        <a:lstStyle/>
        <a:p>
          <a:endParaRPr lang="en-US"/>
        </a:p>
      </dgm:t>
    </dgm:pt>
    <dgm:pt modelId="{9BA4D059-2BA7-4C01-AAF1-18EA58EE8EEA}" type="pres">
      <dgm:prSet presAssocID="{548DA1B9-4713-4951-90A4-E97433A9DD2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A6207A2-5422-41A3-A87E-0C6388C62DB0}" type="pres">
      <dgm:prSet presAssocID="{3AC403E0-1CFB-45A2-90BF-9AEAC0E52F2A}" presName="hierRoot1" presStyleCnt="0">
        <dgm:presLayoutVars>
          <dgm:hierBranch val="init"/>
        </dgm:presLayoutVars>
      </dgm:prSet>
      <dgm:spPr/>
    </dgm:pt>
    <dgm:pt modelId="{E15B4A99-1603-4487-B39F-CD595AD98736}" type="pres">
      <dgm:prSet presAssocID="{3AC403E0-1CFB-45A2-90BF-9AEAC0E52F2A}" presName="rootComposite1" presStyleCnt="0"/>
      <dgm:spPr/>
    </dgm:pt>
    <dgm:pt modelId="{9A353C56-CF3D-49FA-885A-D6593DD53684}" type="pres">
      <dgm:prSet presAssocID="{3AC403E0-1CFB-45A2-90BF-9AEAC0E52F2A}" presName="rootText1" presStyleLbl="node0" presStyleIdx="0" presStyleCnt="5">
        <dgm:presLayoutVars>
          <dgm:chPref val="3"/>
        </dgm:presLayoutVars>
      </dgm:prSet>
      <dgm:spPr/>
    </dgm:pt>
    <dgm:pt modelId="{7F2F36D9-9E63-4A14-BD41-295A3B9B0928}" type="pres">
      <dgm:prSet presAssocID="{3AC403E0-1CFB-45A2-90BF-9AEAC0E52F2A}" presName="rootConnector1" presStyleLbl="node1" presStyleIdx="0" presStyleCnt="0"/>
      <dgm:spPr/>
    </dgm:pt>
    <dgm:pt modelId="{A8E91B4A-9FCE-4F21-B852-EFF2F8467573}" type="pres">
      <dgm:prSet presAssocID="{3AC403E0-1CFB-45A2-90BF-9AEAC0E52F2A}" presName="hierChild2" presStyleCnt="0"/>
      <dgm:spPr/>
    </dgm:pt>
    <dgm:pt modelId="{1FFF9F74-1E93-45FB-8EE8-9E0DE591F914}" type="pres">
      <dgm:prSet presAssocID="{3AC403E0-1CFB-45A2-90BF-9AEAC0E52F2A}" presName="hierChild3" presStyleCnt="0"/>
      <dgm:spPr/>
    </dgm:pt>
    <dgm:pt modelId="{ABBEECB8-1000-4083-869D-C4C251B3EDB1}" type="pres">
      <dgm:prSet presAssocID="{C4CB2896-37A8-4577-824A-C86F967C2344}" presName="hierRoot1" presStyleCnt="0">
        <dgm:presLayoutVars>
          <dgm:hierBranch val="init"/>
        </dgm:presLayoutVars>
      </dgm:prSet>
      <dgm:spPr/>
    </dgm:pt>
    <dgm:pt modelId="{05571552-447B-4499-BAA5-07A7A423DCBE}" type="pres">
      <dgm:prSet presAssocID="{C4CB2896-37A8-4577-824A-C86F967C2344}" presName="rootComposite1" presStyleCnt="0"/>
      <dgm:spPr/>
    </dgm:pt>
    <dgm:pt modelId="{3724ABCD-D74A-4A0E-89ED-22F1D0BCBE1C}" type="pres">
      <dgm:prSet presAssocID="{C4CB2896-37A8-4577-824A-C86F967C2344}" presName="rootText1" presStyleLbl="node0" presStyleIdx="1" presStyleCnt="5">
        <dgm:presLayoutVars>
          <dgm:chPref val="3"/>
        </dgm:presLayoutVars>
      </dgm:prSet>
      <dgm:spPr/>
    </dgm:pt>
    <dgm:pt modelId="{3C78C211-717B-41D0-8FFB-DA545127DC6B}" type="pres">
      <dgm:prSet presAssocID="{C4CB2896-37A8-4577-824A-C86F967C2344}" presName="rootConnector1" presStyleLbl="node1" presStyleIdx="0" presStyleCnt="0"/>
      <dgm:spPr/>
    </dgm:pt>
    <dgm:pt modelId="{7D2EBA66-C999-4E15-8D66-04B16CD914BD}" type="pres">
      <dgm:prSet presAssocID="{C4CB2896-37A8-4577-824A-C86F967C2344}" presName="hierChild2" presStyleCnt="0"/>
      <dgm:spPr/>
    </dgm:pt>
    <dgm:pt modelId="{F56F7F31-3450-47FC-A25E-14A463BBC6F2}" type="pres">
      <dgm:prSet presAssocID="{C4CB2896-37A8-4577-824A-C86F967C2344}" presName="hierChild3" presStyleCnt="0"/>
      <dgm:spPr/>
    </dgm:pt>
    <dgm:pt modelId="{F37D13D3-B878-4FC8-86EE-CBABF83DB415}" type="pres">
      <dgm:prSet presAssocID="{85ECCA4B-E1DA-4BB8-B7E4-786FA089B308}" presName="hierRoot1" presStyleCnt="0">
        <dgm:presLayoutVars>
          <dgm:hierBranch val="init"/>
        </dgm:presLayoutVars>
      </dgm:prSet>
      <dgm:spPr/>
    </dgm:pt>
    <dgm:pt modelId="{A96707BB-F2B4-4291-8D99-1E8AE7891999}" type="pres">
      <dgm:prSet presAssocID="{85ECCA4B-E1DA-4BB8-B7E4-786FA089B308}" presName="rootComposite1" presStyleCnt="0"/>
      <dgm:spPr/>
    </dgm:pt>
    <dgm:pt modelId="{B52FAC36-6223-4AB6-9E27-2FF8B53AAAC3}" type="pres">
      <dgm:prSet presAssocID="{85ECCA4B-E1DA-4BB8-B7E4-786FA089B308}" presName="rootText1" presStyleLbl="node0" presStyleIdx="2" presStyleCnt="5">
        <dgm:presLayoutVars>
          <dgm:chPref val="3"/>
        </dgm:presLayoutVars>
      </dgm:prSet>
      <dgm:spPr/>
    </dgm:pt>
    <dgm:pt modelId="{1B0DD3CA-15CF-4D40-A9D9-919889EE670A}" type="pres">
      <dgm:prSet presAssocID="{85ECCA4B-E1DA-4BB8-B7E4-786FA089B308}" presName="rootConnector1" presStyleLbl="node1" presStyleIdx="0" presStyleCnt="0"/>
      <dgm:spPr/>
    </dgm:pt>
    <dgm:pt modelId="{5F6FEB1C-6511-4A37-888D-9EF254196357}" type="pres">
      <dgm:prSet presAssocID="{85ECCA4B-E1DA-4BB8-B7E4-786FA089B308}" presName="hierChild2" presStyleCnt="0"/>
      <dgm:spPr/>
    </dgm:pt>
    <dgm:pt modelId="{360B40AA-5460-4A07-A811-8E2075CBE375}" type="pres">
      <dgm:prSet presAssocID="{85ECCA4B-E1DA-4BB8-B7E4-786FA089B308}" presName="hierChild3" presStyleCnt="0"/>
      <dgm:spPr/>
    </dgm:pt>
    <dgm:pt modelId="{46706333-151B-40B8-97D2-9B8DDDE9D0FD}" type="pres">
      <dgm:prSet presAssocID="{52F8C178-29B1-4D80-92FC-C6B58EA0809C}" presName="hierRoot1" presStyleCnt="0">
        <dgm:presLayoutVars>
          <dgm:hierBranch val="init"/>
        </dgm:presLayoutVars>
      </dgm:prSet>
      <dgm:spPr/>
    </dgm:pt>
    <dgm:pt modelId="{9082764D-B953-4149-A674-271AF903DF1B}" type="pres">
      <dgm:prSet presAssocID="{52F8C178-29B1-4D80-92FC-C6B58EA0809C}" presName="rootComposite1" presStyleCnt="0"/>
      <dgm:spPr/>
    </dgm:pt>
    <dgm:pt modelId="{C785F6F0-0533-4801-89BD-416341A47BFC}" type="pres">
      <dgm:prSet presAssocID="{52F8C178-29B1-4D80-92FC-C6B58EA0809C}" presName="rootText1" presStyleLbl="node0" presStyleIdx="3" presStyleCnt="5">
        <dgm:presLayoutVars>
          <dgm:chPref val="3"/>
        </dgm:presLayoutVars>
      </dgm:prSet>
      <dgm:spPr/>
    </dgm:pt>
    <dgm:pt modelId="{CF07F386-FF52-47BB-A30B-6EB3D092D9EE}" type="pres">
      <dgm:prSet presAssocID="{52F8C178-29B1-4D80-92FC-C6B58EA0809C}" presName="rootConnector1" presStyleLbl="node1" presStyleIdx="0" presStyleCnt="0"/>
      <dgm:spPr/>
    </dgm:pt>
    <dgm:pt modelId="{B232F391-52C5-450C-B68E-BAA76F0B7FC1}" type="pres">
      <dgm:prSet presAssocID="{52F8C178-29B1-4D80-92FC-C6B58EA0809C}" presName="hierChild2" presStyleCnt="0"/>
      <dgm:spPr/>
    </dgm:pt>
    <dgm:pt modelId="{44679C74-8895-4368-91EA-FBF2DB75C566}" type="pres">
      <dgm:prSet presAssocID="{52F8C178-29B1-4D80-92FC-C6B58EA0809C}" presName="hierChild3" presStyleCnt="0"/>
      <dgm:spPr/>
    </dgm:pt>
    <dgm:pt modelId="{2E1DD948-81D1-489A-9560-832214426039}" type="pres">
      <dgm:prSet presAssocID="{3BE797F1-9F40-44FD-8844-10965E37F244}" presName="hierRoot1" presStyleCnt="0">
        <dgm:presLayoutVars>
          <dgm:hierBranch val="init"/>
        </dgm:presLayoutVars>
      </dgm:prSet>
      <dgm:spPr/>
    </dgm:pt>
    <dgm:pt modelId="{53919770-B20E-45C8-8144-932E19EF274A}" type="pres">
      <dgm:prSet presAssocID="{3BE797F1-9F40-44FD-8844-10965E37F244}" presName="rootComposite1" presStyleCnt="0"/>
      <dgm:spPr/>
    </dgm:pt>
    <dgm:pt modelId="{40B84FA3-E26C-43A0-B35E-167D8161B43A}" type="pres">
      <dgm:prSet presAssocID="{3BE797F1-9F40-44FD-8844-10965E37F244}" presName="rootText1" presStyleLbl="node0" presStyleIdx="4" presStyleCnt="5">
        <dgm:presLayoutVars>
          <dgm:chPref val="3"/>
        </dgm:presLayoutVars>
      </dgm:prSet>
      <dgm:spPr/>
    </dgm:pt>
    <dgm:pt modelId="{D1B81E64-C954-43B0-A4D4-03A889B462C6}" type="pres">
      <dgm:prSet presAssocID="{3BE797F1-9F40-44FD-8844-10965E37F244}" presName="rootConnector1" presStyleLbl="node1" presStyleIdx="0" presStyleCnt="0"/>
      <dgm:spPr/>
    </dgm:pt>
    <dgm:pt modelId="{988E97AC-8809-45B6-812C-5BAD698CD1FF}" type="pres">
      <dgm:prSet presAssocID="{3BE797F1-9F40-44FD-8844-10965E37F244}" presName="hierChild2" presStyleCnt="0"/>
      <dgm:spPr/>
    </dgm:pt>
    <dgm:pt modelId="{9F0ADA41-BCF5-48DB-AB02-26C22896074C}" type="pres">
      <dgm:prSet presAssocID="{3BE797F1-9F40-44FD-8844-10965E37F244}" presName="hierChild3" presStyleCnt="0"/>
      <dgm:spPr/>
    </dgm:pt>
  </dgm:ptLst>
  <dgm:cxnLst>
    <dgm:cxn modelId="{EB113E03-5FBB-454E-A61C-B25D66231B11}" type="presOf" srcId="{3BE797F1-9F40-44FD-8844-10965E37F244}" destId="{D1B81E64-C954-43B0-A4D4-03A889B462C6}" srcOrd="1" destOrd="0" presId="urn:microsoft.com/office/officeart/2005/8/layout/orgChart1"/>
    <dgm:cxn modelId="{E11B980E-4BAA-420B-83D9-12FFA924C709}" srcId="{548DA1B9-4713-4951-90A4-E97433A9DD2E}" destId="{3BE797F1-9F40-44FD-8844-10965E37F244}" srcOrd="4" destOrd="0" parTransId="{825AEE97-5AD6-4331-A709-088798E88665}" sibTransId="{C34DAD5E-6B36-4C8D-995F-B65DA5706BD5}"/>
    <dgm:cxn modelId="{B98A6E27-40B2-4C77-97DC-D0CF349BAB8F}" srcId="{548DA1B9-4713-4951-90A4-E97433A9DD2E}" destId="{C4CB2896-37A8-4577-824A-C86F967C2344}" srcOrd="1" destOrd="0" parTransId="{212512D8-7A92-4D0C-B660-A47F9BBE0588}" sibTransId="{604A6CCB-E39D-4358-B1B7-2B995F7101EE}"/>
    <dgm:cxn modelId="{5960B33B-F3DD-4770-BA39-3F28CF5DDD83}" type="presOf" srcId="{85ECCA4B-E1DA-4BB8-B7E4-786FA089B308}" destId="{1B0DD3CA-15CF-4D40-A9D9-919889EE670A}" srcOrd="1" destOrd="0" presId="urn:microsoft.com/office/officeart/2005/8/layout/orgChart1"/>
    <dgm:cxn modelId="{FCC88F3E-32DE-4720-B360-E7914C8B638A}" type="presOf" srcId="{3BE797F1-9F40-44FD-8844-10965E37F244}" destId="{40B84FA3-E26C-43A0-B35E-167D8161B43A}" srcOrd="0" destOrd="0" presId="urn:microsoft.com/office/officeart/2005/8/layout/orgChart1"/>
    <dgm:cxn modelId="{7CEB826B-32D6-4556-91B2-02441F1744EF}" type="presOf" srcId="{3AC403E0-1CFB-45A2-90BF-9AEAC0E52F2A}" destId="{9A353C56-CF3D-49FA-885A-D6593DD53684}" srcOrd="0" destOrd="0" presId="urn:microsoft.com/office/officeart/2005/8/layout/orgChart1"/>
    <dgm:cxn modelId="{CEEAE774-0B24-4AF9-A12A-FAF6AE8BFA73}" type="presOf" srcId="{C4CB2896-37A8-4577-824A-C86F967C2344}" destId="{3C78C211-717B-41D0-8FFB-DA545127DC6B}" srcOrd="1" destOrd="0" presId="urn:microsoft.com/office/officeart/2005/8/layout/orgChart1"/>
    <dgm:cxn modelId="{B34C5256-8C81-4502-BB8A-2A146E2AFDC4}" srcId="{548DA1B9-4713-4951-90A4-E97433A9DD2E}" destId="{85ECCA4B-E1DA-4BB8-B7E4-786FA089B308}" srcOrd="2" destOrd="0" parTransId="{D3A5902C-DAB9-4D0C-B57D-C6993BE55D69}" sibTransId="{54B7850F-D5B5-4241-885D-955EDB60D8EB}"/>
    <dgm:cxn modelId="{BA46E58A-3A02-48E6-9553-99E404F9F026}" type="presOf" srcId="{85ECCA4B-E1DA-4BB8-B7E4-786FA089B308}" destId="{B52FAC36-6223-4AB6-9E27-2FF8B53AAAC3}" srcOrd="0" destOrd="0" presId="urn:microsoft.com/office/officeart/2005/8/layout/orgChart1"/>
    <dgm:cxn modelId="{2100008C-9012-4E9D-87C1-F8093F53DCD5}" type="presOf" srcId="{548DA1B9-4713-4951-90A4-E97433A9DD2E}" destId="{9BA4D059-2BA7-4C01-AAF1-18EA58EE8EEA}" srcOrd="0" destOrd="0" presId="urn:microsoft.com/office/officeart/2005/8/layout/orgChart1"/>
    <dgm:cxn modelId="{7F0BE08D-6BC9-4612-BEB7-83E2B304AC9B}" type="presOf" srcId="{52F8C178-29B1-4D80-92FC-C6B58EA0809C}" destId="{C785F6F0-0533-4801-89BD-416341A47BFC}" srcOrd="0" destOrd="0" presId="urn:microsoft.com/office/officeart/2005/8/layout/orgChart1"/>
    <dgm:cxn modelId="{45F1D390-85F5-46A7-9BE8-6901C86B6694}" srcId="{548DA1B9-4713-4951-90A4-E97433A9DD2E}" destId="{3AC403E0-1CFB-45A2-90BF-9AEAC0E52F2A}" srcOrd="0" destOrd="0" parTransId="{C8AB2A5A-698E-4BF8-9955-EBDBEE3E5E68}" sibTransId="{0913AB51-A0B2-4066-8EB3-6C2EBB1C214D}"/>
    <dgm:cxn modelId="{B6213EC5-B284-4D32-B0A2-ED4F54774C5F}" type="presOf" srcId="{C4CB2896-37A8-4577-824A-C86F967C2344}" destId="{3724ABCD-D74A-4A0E-89ED-22F1D0BCBE1C}" srcOrd="0" destOrd="0" presId="urn:microsoft.com/office/officeart/2005/8/layout/orgChart1"/>
    <dgm:cxn modelId="{07F594C8-08BF-44F1-A65C-2C71DB85BF5E}" type="presOf" srcId="{3AC403E0-1CFB-45A2-90BF-9AEAC0E52F2A}" destId="{7F2F36D9-9E63-4A14-BD41-295A3B9B0928}" srcOrd="1" destOrd="0" presId="urn:microsoft.com/office/officeart/2005/8/layout/orgChart1"/>
    <dgm:cxn modelId="{4C6EFCED-8391-4EB3-926D-65060B23BFB5}" type="presOf" srcId="{52F8C178-29B1-4D80-92FC-C6B58EA0809C}" destId="{CF07F386-FF52-47BB-A30B-6EB3D092D9EE}" srcOrd="1" destOrd="0" presId="urn:microsoft.com/office/officeart/2005/8/layout/orgChart1"/>
    <dgm:cxn modelId="{CFBD4DF6-BF82-4782-9EAE-693139BCA4F3}" srcId="{548DA1B9-4713-4951-90A4-E97433A9DD2E}" destId="{52F8C178-29B1-4D80-92FC-C6B58EA0809C}" srcOrd="3" destOrd="0" parTransId="{30A012B3-110D-4A89-B097-ACDB7B1B1998}" sibTransId="{B7171504-467D-4B8D-B7F0-567E8B6302E9}"/>
    <dgm:cxn modelId="{79814CA5-DE4C-4276-AB05-D4C01A8BB791}" type="presParOf" srcId="{9BA4D059-2BA7-4C01-AAF1-18EA58EE8EEA}" destId="{2A6207A2-5422-41A3-A87E-0C6388C62DB0}" srcOrd="0" destOrd="0" presId="urn:microsoft.com/office/officeart/2005/8/layout/orgChart1"/>
    <dgm:cxn modelId="{42E93BAD-A298-42D1-83FE-1F5470D40283}" type="presParOf" srcId="{2A6207A2-5422-41A3-A87E-0C6388C62DB0}" destId="{E15B4A99-1603-4487-B39F-CD595AD98736}" srcOrd="0" destOrd="0" presId="urn:microsoft.com/office/officeart/2005/8/layout/orgChart1"/>
    <dgm:cxn modelId="{616D1C55-E84C-46B2-948F-B2D0BAE551F1}" type="presParOf" srcId="{E15B4A99-1603-4487-B39F-CD595AD98736}" destId="{9A353C56-CF3D-49FA-885A-D6593DD53684}" srcOrd="0" destOrd="0" presId="urn:microsoft.com/office/officeart/2005/8/layout/orgChart1"/>
    <dgm:cxn modelId="{20A2B5C9-F8A0-497C-A77E-820159735D6D}" type="presParOf" srcId="{E15B4A99-1603-4487-B39F-CD595AD98736}" destId="{7F2F36D9-9E63-4A14-BD41-295A3B9B0928}" srcOrd="1" destOrd="0" presId="urn:microsoft.com/office/officeart/2005/8/layout/orgChart1"/>
    <dgm:cxn modelId="{1C30C473-C06E-4AE6-A1EB-4E55C89301BB}" type="presParOf" srcId="{2A6207A2-5422-41A3-A87E-0C6388C62DB0}" destId="{A8E91B4A-9FCE-4F21-B852-EFF2F8467573}" srcOrd="1" destOrd="0" presId="urn:microsoft.com/office/officeart/2005/8/layout/orgChart1"/>
    <dgm:cxn modelId="{3FAC7902-401A-46D0-A706-F2FD918899C9}" type="presParOf" srcId="{2A6207A2-5422-41A3-A87E-0C6388C62DB0}" destId="{1FFF9F74-1E93-45FB-8EE8-9E0DE591F914}" srcOrd="2" destOrd="0" presId="urn:microsoft.com/office/officeart/2005/8/layout/orgChart1"/>
    <dgm:cxn modelId="{8E074FA0-164D-4203-AE71-27214EA1B483}" type="presParOf" srcId="{9BA4D059-2BA7-4C01-AAF1-18EA58EE8EEA}" destId="{ABBEECB8-1000-4083-869D-C4C251B3EDB1}" srcOrd="1" destOrd="0" presId="urn:microsoft.com/office/officeart/2005/8/layout/orgChart1"/>
    <dgm:cxn modelId="{4143E14F-C3D6-41E0-A024-BD7C9DF8007C}" type="presParOf" srcId="{ABBEECB8-1000-4083-869D-C4C251B3EDB1}" destId="{05571552-447B-4499-BAA5-07A7A423DCBE}" srcOrd="0" destOrd="0" presId="urn:microsoft.com/office/officeart/2005/8/layout/orgChart1"/>
    <dgm:cxn modelId="{2A3DF1FF-ADAA-48A8-B5F6-812A47ADA840}" type="presParOf" srcId="{05571552-447B-4499-BAA5-07A7A423DCBE}" destId="{3724ABCD-D74A-4A0E-89ED-22F1D0BCBE1C}" srcOrd="0" destOrd="0" presId="urn:microsoft.com/office/officeart/2005/8/layout/orgChart1"/>
    <dgm:cxn modelId="{0724E65D-E81C-4412-A83A-84FC5649EDEC}" type="presParOf" srcId="{05571552-447B-4499-BAA5-07A7A423DCBE}" destId="{3C78C211-717B-41D0-8FFB-DA545127DC6B}" srcOrd="1" destOrd="0" presId="urn:microsoft.com/office/officeart/2005/8/layout/orgChart1"/>
    <dgm:cxn modelId="{0591B3F5-0E01-4F6F-A853-92AAADAFA9F3}" type="presParOf" srcId="{ABBEECB8-1000-4083-869D-C4C251B3EDB1}" destId="{7D2EBA66-C999-4E15-8D66-04B16CD914BD}" srcOrd="1" destOrd="0" presId="urn:microsoft.com/office/officeart/2005/8/layout/orgChart1"/>
    <dgm:cxn modelId="{32BFA423-5780-4E6B-8D7B-BA460D2C9EDF}" type="presParOf" srcId="{ABBEECB8-1000-4083-869D-C4C251B3EDB1}" destId="{F56F7F31-3450-47FC-A25E-14A463BBC6F2}" srcOrd="2" destOrd="0" presId="urn:microsoft.com/office/officeart/2005/8/layout/orgChart1"/>
    <dgm:cxn modelId="{9A17DDFC-1AC4-46B8-B152-F4CB02807811}" type="presParOf" srcId="{9BA4D059-2BA7-4C01-AAF1-18EA58EE8EEA}" destId="{F37D13D3-B878-4FC8-86EE-CBABF83DB415}" srcOrd="2" destOrd="0" presId="urn:microsoft.com/office/officeart/2005/8/layout/orgChart1"/>
    <dgm:cxn modelId="{E69304D2-E535-4DFE-A9A6-F95F5797E294}" type="presParOf" srcId="{F37D13D3-B878-4FC8-86EE-CBABF83DB415}" destId="{A96707BB-F2B4-4291-8D99-1E8AE7891999}" srcOrd="0" destOrd="0" presId="urn:microsoft.com/office/officeart/2005/8/layout/orgChart1"/>
    <dgm:cxn modelId="{6439900E-9937-4E56-B945-27B236BB513E}" type="presParOf" srcId="{A96707BB-F2B4-4291-8D99-1E8AE7891999}" destId="{B52FAC36-6223-4AB6-9E27-2FF8B53AAAC3}" srcOrd="0" destOrd="0" presId="urn:microsoft.com/office/officeart/2005/8/layout/orgChart1"/>
    <dgm:cxn modelId="{F8451853-40E1-4D8B-9A02-CC0DDE2A6F9B}" type="presParOf" srcId="{A96707BB-F2B4-4291-8D99-1E8AE7891999}" destId="{1B0DD3CA-15CF-4D40-A9D9-919889EE670A}" srcOrd="1" destOrd="0" presId="urn:microsoft.com/office/officeart/2005/8/layout/orgChart1"/>
    <dgm:cxn modelId="{F282600A-BF42-4E77-A9C1-0B4F2776F2FA}" type="presParOf" srcId="{F37D13D3-B878-4FC8-86EE-CBABF83DB415}" destId="{5F6FEB1C-6511-4A37-888D-9EF254196357}" srcOrd="1" destOrd="0" presId="urn:microsoft.com/office/officeart/2005/8/layout/orgChart1"/>
    <dgm:cxn modelId="{DCF034FF-DF4B-40EF-8A30-836252DF8EE8}" type="presParOf" srcId="{F37D13D3-B878-4FC8-86EE-CBABF83DB415}" destId="{360B40AA-5460-4A07-A811-8E2075CBE375}" srcOrd="2" destOrd="0" presId="urn:microsoft.com/office/officeart/2005/8/layout/orgChart1"/>
    <dgm:cxn modelId="{BABF6FD2-7793-4187-ACCA-7B39C13B71A7}" type="presParOf" srcId="{9BA4D059-2BA7-4C01-AAF1-18EA58EE8EEA}" destId="{46706333-151B-40B8-97D2-9B8DDDE9D0FD}" srcOrd="3" destOrd="0" presId="urn:microsoft.com/office/officeart/2005/8/layout/orgChart1"/>
    <dgm:cxn modelId="{16BEEB23-E6EB-4248-95AA-574AC3059EB7}" type="presParOf" srcId="{46706333-151B-40B8-97D2-9B8DDDE9D0FD}" destId="{9082764D-B953-4149-A674-271AF903DF1B}" srcOrd="0" destOrd="0" presId="urn:microsoft.com/office/officeart/2005/8/layout/orgChart1"/>
    <dgm:cxn modelId="{09F47D4C-3FD7-4AD3-BF2D-3B7CF2F519EF}" type="presParOf" srcId="{9082764D-B953-4149-A674-271AF903DF1B}" destId="{C785F6F0-0533-4801-89BD-416341A47BFC}" srcOrd="0" destOrd="0" presId="urn:microsoft.com/office/officeart/2005/8/layout/orgChart1"/>
    <dgm:cxn modelId="{E6C5C8F1-53CF-429E-9B18-7DBB43169858}" type="presParOf" srcId="{9082764D-B953-4149-A674-271AF903DF1B}" destId="{CF07F386-FF52-47BB-A30B-6EB3D092D9EE}" srcOrd="1" destOrd="0" presId="urn:microsoft.com/office/officeart/2005/8/layout/orgChart1"/>
    <dgm:cxn modelId="{037D6EC7-A8F2-449F-832A-AECE807D7D7D}" type="presParOf" srcId="{46706333-151B-40B8-97D2-9B8DDDE9D0FD}" destId="{B232F391-52C5-450C-B68E-BAA76F0B7FC1}" srcOrd="1" destOrd="0" presId="urn:microsoft.com/office/officeart/2005/8/layout/orgChart1"/>
    <dgm:cxn modelId="{250F4176-3630-49C2-BCED-B314CB33525B}" type="presParOf" srcId="{46706333-151B-40B8-97D2-9B8DDDE9D0FD}" destId="{44679C74-8895-4368-91EA-FBF2DB75C566}" srcOrd="2" destOrd="0" presId="urn:microsoft.com/office/officeart/2005/8/layout/orgChart1"/>
    <dgm:cxn modelId="{1A85AA99-2A67-45E0-9BB1-CE76BDD0A7D7}" type="presParOf" srcId="{9BA4D059-2BA7-4C01-AAF1-18EA58EE8EEA}" destId="{2E1DD948-81D1-489A-9560-832214426039}" srcOrd="4" destOrd="0" presId="urn:microsoft.com/office/officeart/2005/8/layout/orgChart1"/>
    <dgm:cxn modelId="{E7E25172-C059-4041-A2E2-F43BFFE9D3AD}" type="presParOf" srcId="{2E1DD948-81D1-489A-9560-832214426039}" destId="{53919770-B20E-45C8-8144-932E19EF274A}" srcOrd="0" destOrd="0" presId="urn:microsoft.com/office/officeart/2005/8/layout/orgChart1"/>
    <dgm:cxn modelId="{A18C7F54-86C7-40B4-8663-F105BEB38102}" type="presParOf" srcId="{53919770-B20E-45C8-8144-932E19EF274A}" destId="{40B84FA3-E26C-43A0-B35E-167D8161B43A}" srcOrd="0" destOrd="0" presId="urn:microsoft.com/office/officeart/2005/8/layout/orgChart1"/>
    <dgm:cxn modelId="{33DC21CB-24DD-4421-B71D-2D6A7A7D9BB9}" type="presParOf" srcId="{53919770-B20E-45C8-8144-932E19EF274A}" destId="{D1B81E64-C954-43B0-A4D4-03A889B462C6}" srcOrd="1" destOrd="0" presId="urn:microsoft.com/office/officeart/2005/8/layout/orgChart1"/>
    <dgm:cxn modelId="{0833C766-52A7-4EC5-8FDF-906C066CB81B}" type="presParOf" srcId="{2E1DD948-81D1-489A-9560-832214426039}" destId="{988E97AC-8809-45B6-812C-5BAD698CD1FF}" srcOrd="1" destOrd="0" presId="urn:microsoft.com/office/officeart/2005/8/layout/orgChart1"/>
    <dgm:cxn modelId="{A353A8C6-05EB-4FCF-A39F-4FA71D8B746F}" type="presParOf" srcId="{2E1DD948-81D1-489A-9560-832214426039}" destId="{9F0ADA41-BCF5-48DB-AB02-26C22896074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54EA62-91C0-4028-86F0-4CF461CBD3E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32150A-0099-480F-8C09-EF20188AE3FF}">
      <dgm:prSet/>
      <dgm:spPr/>
      <dgm:t>
        <a:bodyPr/>
        <a:lstStyle/>
        <a:p>
          <a:r>
            <a:rPr lang="en-US"/>
            <a:t>✅ Gemini &amp; LangChain integration hurdles resolved.</a:t>
          </a:r>
        </a:p>
      </dgm:t>
    </dgm:pt>
    <dgm:pt modelId="{DB1C0B48-E3A9-47DE-8CCE-0BAE8F66B990}" type="parTrans" cxnId="{33F67D3D-0D0F-4440-8D80-64C7D8C4FF49}">
      <dgm:prSet/>
      <dgm:spPr/>
      <dgm:t>
        <a:bodyPr/>
        <a:lstStyle/>
        <a:p>
          <a:endParaRPr lang="en-US"/>
        </a:p>
      </dgm:t>
    </dgm:pt>
    <dgm:pt modelId="{7CBD0010-AF7E-41D0-B2F8-93773663B4C7}" type="sibTrans" cxnId="{33F67D3D-0D0F-4440-8D80-64C7D8C4FF49}">
      <dgm:prSet/>
      <dgm:spPr/>
      <dgm:t>
        <a:bodyPr/>
        <a:lstStyle/>
        <a:p>
          <a:endParaRPr lang="en-US"/>
        </a:p>
      </dgm:t>
    </dgm:pt>
    <dgm:pt modelId="{C5A4D9B7-D6B5-4D31-8888-CE33DC44E9C0}">
      <dgm:prSet/>
      <dgm:spPr/>
      <dgm:t>
        <a:bodyPr/>
        <a:lstStyle/>
        <a:p>
          <a:r>
            <a:rPr lang="en-US"/>
            <a:t>✅ Handling multi-sheet PDF chunking.</a:t>
          </a:r>
        </a:p>
      </dgm:t>
    </dgm:pt>
    <dgm:pt modelId="{DC4B856A-EC6C-45EB-8C70-BF1F6ECFEEC6}" type="parTrans" cxnId="{226406E6-426D-43FA-A7B2-68BE732C7476}">
      <dgm:prSet/>
      <dgm:spPr/>
      <dgm:t>
        <a:bodyPr/>
        <a:lstStyle/>
        <a:p>
          <a:endParaRPr lang="en-US"/>
        </a:p>
      </dgm:t>
    </dgm:pt>
    <dgm:pt modelId="{440256E1-2186-468D-A9A3-79F3FE26A8AB}" type="sibTrans" cxnId="{226406E6-426D-43FA-A7B2-68BE732C7476}">
      <dgm:prSet/>
      <dgm:spPr/>
      <dgm:t>
        <a:bodyPr/>
        <a:lstStyle/>
        <a:p>
          <a:endParaRPr lang="en-US"/>
        </a:p>
      </dgm:t>
    </dgm:pt>
    <dgm:pt modelId="{7D11AD2E-974E-4467-AC0E-D14C00AD4E3A}">
      <dgm:prSet/>
      <dgm:spPr/>
      <dgm:t>
        <a:bodyPr/>
        <a:lstStyle/>
        <a:p>
          <a:r>
            <a:rPr lang="en-US"/>
            <a:t>✅ Evaluation required fine-tuning questions.</a:t>
          </a:r>
        </a:p>
      </dgm:t>
    </dgm:pt>
    <dgm:pt modelId="{96BF6A12-A363-4403-A164-0DCDE9F965B8}" type="parTrans" cxnId="{2E67A889-92E4-4F7B-B9D3-539EBDCE4667}">
      <dgm:prSet/>
      <dgm:spPr/>
      <dgm:t>
        <a:bodyPr/>
        <a:lstStyle/>
        <a:p>
          <a:endParaRPr lang="en-US"/>
        </a:p>
      </dgm:t>
    </dgm:pt>
    <dgm:pt modelId="{58E8AF8A-5A06-40B1-9727-232B7CD304FD}" type="sibTrans" cxnId="{2E67A889-92E4-4F7B-B9D3-539EBDCE4667}">
      <dgm:prSet/>
      <dgm:spPr/>
      <dgm:t>
        <a:bodyPr/>
        <a:lstStyle/>
        <a:p>
          <a:endParaRPr lang="en-US"/>
        </a:p>
      </dgm:t>
    </dgm:pt>
    <dgm:pt modelId="{465AB2B7-2DF3-45A4-A247-AB9BBB6910CC}">
      <dgm:prSet/>
      <dgm:spPr/>
      <dgm:t>
        <a:bodyPr/>
        <a:lstStyle/>
        <a:p>
          <a:r>
            <a:rPr lang="en-US"/>
            <a:t>📚 Learned prompt tuning &amp; vector tuning best practices.</a:t>
          </a:r>
        </a:p>
      </dgm:t>
    </dgm:pt>
    <dgm:pt modelId="{3913C054-3C7F-4B95-86A1-DF2F8B0D4B07}" type="parTrans" cxnId="{FE08A9DF-73C0-414A-B975-C7112DC7F6FA}">
      <dgm:prSet/>
      <dgm:spPr/>
      <dgm:t>
        <a:bodyPr/>
        <a:lstStyle/>
        <a:p>
          <a:endParaRPr lang="en-US"/>
        </a:p>
      </dgm:t>
    </dgm:pt>
    <dgm:pt modelId="{7F611F40-0F40-40AF-A86E-FA9423E86EBE}" type="sibTrans" cxnId="{FE08A9DF-73C0-414A-B975-C7112DC7F6FA}">
      <dgm:prSet/>
      <dgm:spPr/>
      <dgm:t>
        <a:bodyPr/>
        <a:lstStyle/>
        <a:p>
          <a:endParaRPr lang="en-US"/>
        </a:p>
      </dgm:t>
    </dgm:pt>
    <dgm:pt modelId="{CF177796-30DA-4CAF-BAB0-606D9AF301FA}" type="pres">
      <dgm:prSet presAssocID="{D754EA62-91C0-4028-86F0-4CF461CBD3EB}" presName="root" presStyleCnt="0">
        <dgm:presLayoutVars>
          <dgm:dir/>
          <dgm:resizeHandles val="exact"/>
        </dgm:presLayoutVars>
      </dgm:prSet>
      <dgm:spPr/>
    </dgm:pt>
    <dgm:pt modelId="{F7A38833-9004-435A-9A7B-40BDB66416D2}" type="pres">
      <dgm:prSet presAssocID="{9832150A-0099-480F-8C09-EF20188AE3FF}" presName="compNode" presStyleCnt="0"/>
      <dgm:spPr/>
    </dgm:pt>
    <dgm:pt modelId="{B863901F-BC53-4564-AC86-F6D2D4924BB8}" type="pres">
      <dgm:prSet presAssocID="{9832150A-0099-480F-8C09-EF20188AE3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5B44A4EF-F962-4DFD-985F-12FED648BA90}" type="pres">
      <dgm:prSet presAssocID="{9832150A-0099-480F-8C09-EF20188AE3FF}" presName="spaceRect" presStyleCnt="0"/>
      <dgm:spPr/>
    </dgm:pt>
    <dgm:pt modelId="{F335391A-7DC8-4D3D-BB2B-602EDD079A20}" type="pres">
      <dgm:prSet presAssocID="{9832150A-0099-480F-8C09-EF20188AE3FF}" presName="textRect" presStyleLbl="revTx" presStyleIdx="0" presStyleCnt="4">
        <dgm:presLayoutVars>
          <dgm:chMax val="1"/>
          <dgm:chPref val="1"/>
        </dgm:presLayoutVars>
      </dgm:prSet>
      <dgm:spPr/>
    </dgm:pt>
    <dgm:pt modelId="{63C988C7-499B-4C1E-9689-D8810AA8799E}" type="pres">
      <dgm:prSet presAssocID="{7CBD0010-AF7E-41D0-B2F8-93773663B4C7}" presName="sibTrans" presStyleCnt="0"/>
      <dgm:spPr/>
    </dgm:pt>
    <dgm:pt modelId="{81EC38C7-8603-4D5D-B06F-F8AC0CD90A66}" type="pres">
      <dgm:prSet presAssocID="{C5A4D9B7-D6B5-4D31-8888-CE33DC44E9C0}" presName="compNode" presStyleCnt="0"/>
      <dgm:spPr/>
    </dgm:pt>
    <dgm:pt modelId="{A873CC55-CC51-4993-B845-8D47A62B00B8}" type="pres">
      <dgm:prSet presAssocID="{C5A4D9B7-D6B5-4D31-8888-CE33DC44E9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D8E26BDA-75A7-4069-92F7-E77FB4DC393E}" type="pres">
      <dgm:prSet presAssocID="{C5A4D9B7-D6B5-4D31-8888-CE33DC44E9C0}" presName="spaceRect" presStyleCnt="0"/>
      <dgm:spPr/>
    </dgm:pt>
    <dgm:pt modelId="{A6A1161D-FF86-42A1-8CF8-82608E7BA751}" type="pres">
      <dgm:prSet presAssocID="{C5A4D9B7-D6B5-4D31-8888-CE33DC44E9C0}" presName="textRect" presStyleLbl="revTx" presStyleIdx="1" presStyleCnt="4">
        <dgm:presLayoutVars>
          <dgm:chMax val="1"/>
          <dgm:chPref val="1"/>
        </dgm:presLayoutVars>
      </dgm:prSet>
      <dgm:spPr/>
    </dgm:pt>
    <dgm:pt modelId="{1A1DDC83-BF03-45B9-B1D3-D52A84BA394D}" type="pres">
      <dgm:prSet presAssocID="{440256E1-2186-468D-A9A3-79F3FE26A8AB}" presName="sibTrans" presStyleCnt="0"/>
      <dgm:spPr/>
    </dgm:pt>
    <dgm:pt modelId="{FA8D261F-DEA5-4C42-8090-3CF40732185D}" type="pres">
      <dgm:prSet presAssocID="{7D11AD2E-974E-4467-AC0E-D14C00AD4E3A}" presName="compNode" presStyleCnt="0"/>
      <dgm:spPr/>
    </dgm:pt>
    <dgm:pt modelId="{F60EC864-EBAA-4308-8C47-377A7FBC6091}" type="pres">
      <dgm:prSet presAssocID="{7D11AD2E-974E-4467-AC0E-D14C00AD4E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505FACE-98B8-429B-A036-FA6319E70548}" type="pres">
      <dgm:prSet presAssocID="{7D11AD2E-974E-4467-AC0E-D14C00AD4E3A}" presName="spaceRect" presStyleCnt="0"/>
      <dgm:spPr/>
    </dgm:pt>
    <dgm:pt modelId="{798D36E6-0ED2-4294-9BF8-A3ED105621B5}" type="pres">
      <dgm:prSet presAssocID="{7D11AD2E-974E-4467-AC0E-D14C00AD4E3A}" presName="textRect" presStyleLbl="revTx" presStyleIdx="2" presStyleCnt="4">
        <dgm:presLayoutVars>
          <dgm:chMax val="1"/>
          <dgm:chPref val="1"/>
        </dgm:presLayoutVars>
      </dgm:prSet>
      <dgm:spPr/>
    </dgm:pt>
    <dgm:pt modelId="{A251ADED-E5E7-4F08-B4C0-56FE7C9892FB}" type="pres">
      <dgm:prSet presAssocID="{58E8AF8A-5A06-40B1-9727-232B7CD304FD}" presName="sibTrans" presStyleCnt="0"/>
      <dgm:spPr/>
    </dgm:pt>
    <dgm:pt modelId="{3741D5D0-5D57-48DC-B792-3B6F0F889C2A}" type="pres">
      <dgm:prSet presAssocID="{465AB2B7-2DF3-45A4-A247-AB9BBB6910CC}" presName="compNode" presStyleCnt="0"/>
      <dgm:spPr/>
    </dgm:pt>
    <dgm:pt modelId="{6D3F20A2-B0FE-42BB-BEEF-E9634073EAD6}" type="pres">
      <dgm:prSet presAssocID="{465AB2B7-2DF3-45A4-A247-AB9BBB6910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0873B07-470D-419A-84FC-56EAD103096C}" type="pres">
      <dgm:prSet presAssocID="{465AB2B7-2DF3-45A4-A247-AB9BBB6910CC}" presName="spaceRect" presStyleCnt="0"/>
      <dgm:spPr/>
    </dgm:pt>
    <dgm:pt modelId="{FECA8B48-EB53-4F39-9789-6447CB957CDA}" type="pres">
      <dgm:prSet presAssocID="{465AB2B7-2DF3-45A4-A247-AB9BBB6910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F67D3D-0D0F-4440-8D80-64C7D8C4FF49}" srcId="{D754EA62-91C0-4028-86F0-4CF461CBD3EB}" destId="{9832150A-0099-480F-8C09-EF20188AE3FF}" srcOrd="0" destOrd="0" parTransId="{DB1C0B48-E3A9-47DE-8CCE-0BAE8F66B990}" sibTransId="{7CBD0010-AF7E-41D0-B2F8-93773663B4C7}"/>
    <dgm:cxn modelId="{1F4E4445-2940-4E26-91E3-AD0065362F07}" type="presOf" srcId="{465AB2B7-2DF3-45A4-A247-AB9BBB6910CC}" destId="{FECA8B48-EB53-4F39-9789-6447CB957CDA}" srcOrd="0" destOrd="0" presId="urn:microsoft.com/office/officeart/2018/2/layout/IconLabelList"/>
    <dgm:cxn modelId="{DA53CF74-730E-44AB-A204-F7A493C6F9DB}" type="presOf" srcId="{D754EA62-91C0-4028-86F0-4CF461CBD3EB}" destId="{CF177796-30DA-4CAF-BAB0-606D9AF301FA}" srcOrd="0" destOrd="0" presId="urn:microsoft.com/office/officeart/2018/2/layout/IconLabelList"/>
    <dgm:cxn modelId="{2E67A889-92E4-4F7B-B9D3-539EBDCE4667}" srcId="{D754EA62-91C0-4028-86F0-4CF461CBD3EB}" destId="{7D11AD2E-974E-4467-AC0E-D14C00AD4E3A}" srcOrd="2" destOrd="0" parTransId="{96BF6A12-A363-4403-A164-0DCDE9F965B8}" sibTransId="{58E8AF8A-5A06-40B1-9727-232B7CD304FD}"/>
    <dgm:cxn modelId="{FE08A9DF-73C0-414A-B975-C7112DC7F6FA}" srcId="{D754EA62-91C0-4028-86F0-4CF461CBD3EB}" destId="{465AB2B7-2DF3-45A4-A247-AB9BBB6910CC}" srcOrd="3" destOrd="0" parTransId="{3913C054-3C7F-4B95-86A1-DF2F8B0D4B07}" sibTransId="{7F611F40-0F40-40AF-A86E-FA9423E86EBE}"/>
    <dgm:cxn modelId="{226406E6-426D-43FA-A7B2-68BE732C7476}" srcId="{D754EA62-91C0-4028-86F0-4CF461CBD3EB}" destId="{C5A4D9B7-D6B5-4D31-8888-CE33DC44E9C0}" srcOrd="1" destOrd="0" parTransId="{DC4B856A-EC6C-45EB-8C70-BF1F6ECFEEC6}" sibTransId="{440256E1-2186-468D-A9A3-79F3FE26A8AB}"/>
    <dgm:cxn modelId="{B55EB5E9-7662-43F3-B16C-E41045C4E029}" type="presOf" srcId="{9832150A-0099-480F-8C09-EF20188AE3FF}" destId="{F335391A-7DC8-4D3D-BB2B-602EDD079A20}" srcOrd="0" destOrd="0" presId="urn:microsoft.com/office/officeart/2018/2/layout/IconLabelList"/>
    <dgm:cxn modelId="{03088BF8-8445-4552-ABF0-4173830C30BC}" type="presOf" srcId="{C5A4D9B7-D6B5-4D31-8888-CE33DC44E9C0}" destId="{A6A1161D-FF86-42A1-8CF8-82608E7BA751}" srcOrd="0" destOrd="0" presId="urn:microsoft.com/office/officeart/2018/2/layout/IconLabelList"/>
    <dgm:cxn modelId="{333728FD-7FEE-436D-AF0E-B76CC72B5477}" type="presOf" srcId="{7D11AD2E-974E-4467-AC0E-D14C00AD4E3A}" destId="{798D36E6-0ED2-4294-9BF8-A3ED105621B5}" srcOrd="0" destOrd="0" presId="urn:microsoft.com/office/officeart/2018/2/layout/IconLabelList"/>
    <dgm:cxn modelId="{DCF13E25-D60D-4443-80F3-87FCF6076B3A}" type="presParOf" srcId="{CF177796-30DA-4CAF-BAB0-606D9AF301FA}" destId="{F7A38833-9004-435A-9A7B-40BDB66416D2}" srcOrd="0" destOrd="0" presId="urn:microsoft.com/office/officeart/2018/2/layout/IconLabelList"/>
    <dgm:cxn modelId="{52D48178-9B55-4719-9311-9DD77D4F2F51}" type="presParOf" srcId="{F7A38833-9004-435A-9A7B-40BDB66416D2}" destId="{B863901F-BC53-4564-AC86-F6D2D4924BB8}" srcOrd="0" destOrd="0" presId="urn:microsoft.com/office/officeart/2018/2/layout/IconLabelList"/>
    <dgm:cxn modelId="{E58D6D8D-C410-405C-8D70-1AA3166A7A5B}" type="presParOf" srcId="{F7A38833-9004-435A-9A7B-40BDB66416D2}" destId="{5B44A4EF-F962-4DFD-985F-12FED648BA90}" srcOrd="1" destOrd="0" presId="urn:microsoft.com/office/officeart/2018/2/layout/IconLabelList"/>
    <dgm:cxn modelId="{A32249AD-926F-4C32-B42E-E15690719867}" type="presParOf" srcId="{F7A38833-9004-435A-9A7B-40BDB66416D2}" destId="{F335391A-7DC8-4D3D-BB2B-602EDD079A20}" srcOrd="2" destOrd="0" presId="urn:microsoft.com/office/officeart/2018/2/layout/IconLabelList"/>
    <dgm:cxn modelId="{9E1E8691-4B3D-470F-B734-73E226BB8E72}" type="presParOf" srcId="{CF177796-30DA-4CAF-BAB0-606D9AF301FA}" destId="{63C988C7-499B-4C1E-9689-D8810AA8799E}" srcOrd="1" destOrd="0" presId="urn:microsoft.com/office/officeart/2018/2/layout/IconLabelList"/>
    <dgm:cxn modelId="{82D67990-2E04-4CF1-9841-0EFC9290EA8A}" type="presParOf" srcId="{CF177796-30DA-4CAF-BAB0-606D9AF301FA}" destId="{81EC38C7-8603-4D5D-B06F-F8AC0CD90A66}" srcOrd="2" destOrd="0" presId="urn:microsoft.com/office/officeart/2018/2/layout/IconLabelList"/>
    <dgm:cxn modelId="{3D1019BF-4B15-4B9E-A792-F6BE522A751F}" type="presParOf" srcId="{81EC38C7-8603-4D5D-B06F-F8AC0CD90A66}" destId="{A873CC55-CC51-4993-B845-8D47A62B00B8}" srcOrd="0" destOrd="0" presId="urn:microsoft.com/office/officeart/2018/2/layout/IconLabelList"/>
    <dgm:cxn modelId="{6F862B20-F270-4FFD-8197-DFE4337EF66D}" type="presParOf" srcId="{81EC38C7-8603-4D5D-B06F-F8AC0CD90A66}" destId="{D8E26BDA-75A7-4069-92F7-E77FB4DC393E}" srcOrd="1" destOrd="0" presId="urn:microsoft.com/office/officeart/2018/2/layout/IconLabelList"/>
    <dgm:cxn modelId="{DD52C835-2757-4D53-9D6F-941283E182FA}" type="presParOf" srcId="{81EC38C7-8603-4D5D-B06F-F8AC0CD90A66}" destId="{A6A1161D-FF86-42A1-8CF8-82608E7BA751}" srcOrd="2" destOrd="0" presId="urn:microsoft.com/office/officeart/2018/2/layout/IconLabelList"/>
    <dgm:cxn modelId="{08BCAA7D-57E9-47CB-B281-2B4523E70585}" type="presParOf" srcId="{CF177796-30DA-4CAF-BAB0-606D9AF301FA}" destId="{1A1DDC83-BF03-45B9-B1D3-D52A84BA394D}" srcOrd="3" destOrd="0" presId="urn:microsoft.com/office/officeart/2018/2/layout/IconLabelList"/>
    <dgm:cxn modelId="{BB12BF64-8ECD-4F26-BF26-490E0E5D6D94}" type="presParOf" srcId="{CF177796-30DA-4CAF-BAB0-606D9AF301FA}" destId="{FA8D261F-DEA5-4C42-8090-3CF40732185D}" srcOrd="4" destOrd="0" presId="urn:microsoft.com/office/officeart/2018/2/layout/IconLabelList"/>
    <dgm:cxn modelId="{00FD86B3-3095-4B1E-81E3-427FBD14E765}" type="presParOf" srcId="{FA8D261F-DEA5-4C42-8090-3CF40732185D}" destId="{F60EC864-EBAA-4308-8C47-377A7FBC6091}" srcOrd="0" destOrd="0" presId="urn:microsoft.com/office/officeart/2018/2/layout/IconLabelList"/>
    <dgm:cxn modelId="{4048DA47-6560-4ABF-924F-F22F44C5D689}" type="presParOf" srcId="{FA8D261F-DEA5-4C42-8090-3CF40732185D}" destId="{B505FACE-98B8-429B-A036-FA6319E70548}" srcOrd="1" destOrd="0" presId="urn:microsoft.com/office/officeart/2018/2/layout/IconLabelList"/>
    <dgm:cxn modelId="{D6D85129-B87F-4976-856A-5A7292F20FFA}" type="presParOf" srcId="{FA8D261F-DEA5-4C42-8090-3CF40732185D}" destId="{798D36E6-0ED2-4294-9BF8-A3ED105621B5}" srcOrd="2" destOrd="0" presId="urn:microsoft.com/office/officeart/2018/2/layout/IconLabelList"/>
    <dgm:cxn modelId="{44315883-1956-4178-9541-36B227FCEE51}" type="presParOf" srcId="{CF177796-30DA-4CAF-BAB0-606D9AF301FA}" destId="{A251ADED-E5E7-4F08-B4C0-56FE7C9892FB}" srcOrd="5" destOrd="0" presId="urn:microsoft.com/office/officeart/2018/2/layout/IconLabelList"/>
    <dgm:cxn modelId="{2021A938-61B7-4222-B213-DB2598B37809}" type="presParOf" srcId="{CF177796-30DA-4CAF-BAB0-606D9AF301FA}" destId="{3741D5D0-5D57-48DC-B792-3B6F0F889C2A}" srcOrd="6" destOrd="0" presId="urn:microsoft.com/office/officeart/2018/2/layout/IconLabelList"/>
    <dgm:cxn modelId="{0B36C59C-615E-4F44-98B5-57176CAA160D}" type="presParOf" srcId="{3741D5D0-5D57-48DC-B792-3B6F0F889C2A}" destId="{6D3F20A2-B0FE-42BB-BEEF-E9634073EAD6}" srcOrd="0" destOrd="0" presId="urn:microsoft.com/office/officeart/2018/2/layout/IconLabelList"/>
    <dgm:cxn modelId="{C9CF5A27-CDAB-4DBE-84E8-460129956E9E}" type="presParOf" srcId="{3741D5D0-5D57-48DC-B792-3B6F0F889C2A}" destId="{E0873B07-470D-419A-84FC-56EAD103096C}" srcOrd="1" destOrd="0" presId="urn:microsoft.com/office/officeart/2018/2/layout/IconLabelList"/>
    <dgm:cxn modelId="{CE395471-8F42-4F40-B0A4-FF19BEBB2A06}" type="presParOf" srcId="{3741D5D0-5D57-48DC-B792-3B6F0F889C2A}" destId="{FECA8B48-EB53-4F39-9789-6447CB957CD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808FDA-5E06-46C5-8A7E-DEAF65A3E6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ADE085-4934-4143-BC55-7D510FF7B7AC}">
      <dgm:prSet/>
      <dgm:spPr/>
      <dgm:t>
        <a:bodyPr/>
        <a:lstStyle/>
        <a:p>
          <a:r>
            <a:rPr lang="en-US"/>
            <a:t>Successfully built a research QA assistant with GenAI.</a:t>
          </a:r>
        </a:p>
      </dgm:t>
    </dgm:pt>
    <dgm:pt modelId="{65A6BD37-2873-44BC-99A5-701469D0EA48}" type="parTrans" cxnId="{49B1DD9A-DE2A-4A47-8C46-B50E61B84CAB}">
      <dgm:prSet/>
      <dgm:spPr/>
      <dgm:t>
        <a:bodyPr/>
        <a:lstStyle/>
        <a:p>
          <a:endParaRPr lang="en-US"/>
        </a:p>
      </dgm:t>
    </dgm:pt>
    <dgm:pt modelId="{3ACB4961-2E21-4F92-9B11-CEC345C0B27E}" type="sibTrans" cxnId="{49B1DD9A-DE2A-4A47-8C46-B50E61B84CAB}">
      <dgm:prSet/>
      <dgm:spPr/>
      <dgm:t>
        <a:bodyPr/>
        <a:lstStyle/>
        <a:p>
          <a:endParaRPr lang="en-US"/>
        </a:p>
      </dgm:t>
    </dgm:pt>
    <dgm:pt modelId="{9831C392-5B50-4E3F-8E8D-E9D50075477A}">
      <dgm:prSet/>
      <dgm:spPr/>
      <dgm:t>
        <a:bodyPr/>
        <a:lstStyle/>
        <a:p>
          <a:r>
            <a:rPr lang="en-US"/>
            <a:t>Supports multi-doc question answering.</a:t>
          </a:r>
        </a:p>
      </dgm:t>
    </dgm:pt>
    <dgm:pt modelId="{DC9D820D-7C4F-448C-BB8B-C75C571A7DBF}" type="parTrans" cxnId="{EF78F7B2-12D9-4C94-A3F4-273F4257C0DD}">
      <dgm:prSet/>
      <dgm:spPr/>
      <dgm:t>
        <a:bodyPr/>
        <a:lstStyle/>
        <a:p>
          <a:endParaRPr lang="en-US"/>
        </a:p>
      </dgm:t>
    </dgm:pt>
    <dgm:pt modelId="{ADD02103-1D10-4CAA-962D-A3E7C27BB36C}" type="sibTrans" cxnId="{EF78F7B2-12D9-4C94-A3F4-273F4257C0DD}">
      <dgm:prSet/>
      <dgm:spPr/>
      <dgm:t>
        <a:bodyPr/>
        <a:lstStyle/>
        <a:p>
          <a:endParaRPr lang="en-US"/>
        </a:p>
      </dgm:t>
    </dgm:pt>
    <dgm:pt modelId="{644B7639-2CC9-4E13-92A7-6E1D37105B3D}">
      <dgm:prSet/>
      <dgm:spPr/>
      <dgm:t>
        <a:bodyPr/>
        <a:lstStyle/>
        <a:p>
          <a:r>
            <a:rPr lang="en-US"/>
            <a:t>Useful for literature surveys and research reviews.</a:t>
          </a:r>
        </a:p>
      </dgm:t>
    </dgm:pt>
    <dgm:pt modelId="{A206F30F-C80C-4720-88EB-AE66C2150792}" type="parTrans" cxnId="{9A621289-5F05-411C-87CE-1D10382AAD71}">
      <dgm:prSet/>
      <dgm:spPr/>
      <dgm:t>
        <a:bodyPr/>
        <a:lstStyle/>
        <a:p>
          <a:endParaRPr lang="en-US"/>
        </a:p>
      </dgm:t>
    </dgm:pt>
    <dgm:pt modelId="{FC39F8BE-88A0-4C95-84EF-B78EAAB8AFA4}" type="sibTrans" cxnId="{9A621289-5F05-411C-87CE-1D10382AAD71}">
      <dgm:prSet/>
      <dgm:spPr/>
      <dgm:t>
        <a:bodyPr/>
        <a:lstStyle/>
        <a:p>
          <a:endParaRPr lang="en-US"/>
        </a:p>
      </dgm:t>
    </dgm:pt>
    <dgm:pt modelId="{52C56EC0-9AAD-41BF-8DA5-41A88D5C6C20}">
      <dgm:prSet/>
      <dgm:spPr/>
      <dgm:t>
        <a:bodyPr/>
        <a:lstStyle/>
        <a:p>
          <a:r>
            <a:rPr lang="en-US"/>
            <a:t>Demonstrates LangChain + Gemini + RAG in production.</a:t>
          </a:r>
        </a:p>
      </dgm:t>
    </dgm:pt>
    <dgm:pt modelId="{4525F1D3-23DE-4699-B933-152124171BAE}" type="parTrans" cxnId="{009FC983-A841-4377-9930-8F07394B8C6E}">
      <dgm:prSet/>
      <dgm:spPr/>
      <dgm:t>
        <a:bodyPr/>
        <a:lstStyle/>
        <a:p>
          <a:endParaRPr lang="en-US"/>
        </a:p>
      </dgm:t>
    </dgm:pt>
    <dgm:pt modelId="{D393BE83-0283-46C9-B884-D60FE08786B4}" type="sibTrans" cxnId="{009FC983-A841-4377-9930-8F07394B8C6E}">
      <dgm:prSet/>
      <dgm:spPr/>
      <dgm:t>
        <a:bodyPr/>
        <a:lstStyle/>
        <a:p>
          <a:endParaRPr lang="en-US"/>
        </a:p>
      </dgm:t>
    </dgm:pt>
    <dgm:pt modelId="{CA9E75CD-4A52-426C-B06E-FD5E43320559}" type="pres">
      <dgm:prSet presAssocID="{3E808FDA-5E06-46C5-8A7E-DEAF65A3E6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520906-5DB1-4B2F-857C-FDF543E65C82}" type="pres">
      <dgm:prSet presAssocID="{B8ADE085-4934-4143-BC55-7D510FF7B7AC}" presName="hierRoot1" presStyleCnt="0"/>
      <dgm:spPr/>
    </dgm:pt>
    <dgm:pt modelId="{FBA60E54-3449-4E1B-B432-700562C6B6D6}" type="pres">
      <dgm:prSet presAssocID="{B8ADE085-4934-4143-BC55-7D510FF7B7AC}" presName="composite" presStyleCnt="0"/>
      <dgm:spPr/>
    </dgm:pt>
    <dgm:pt modelId="{9F38EBC0-0DB0-44AB-850F-CE3964430FE7}" type="pres">
      <dgm:prSet presAssocID="{B8ADE085-4934-4143-BC55-7D510FF7B7AC}" presName="background" presStyleLbl="node0" presStyleIdx="0" presStyleCnt="4"/>
      <dgm:spPr/>
    </dgm:pt>
    <dgm:pt modelId="{B95E91FB-2BAB-4BB4-8F17-C3F7EAD6EAFD}" type="pres">
      <dgm:prSet presAssocID="{B8ADE085-4934-4143-BC55-7D510FF7B7AC}" presName="text" presStyleLbl="fgAcc0" presStyleIdx="0" presStyleCnt="4">
        <dgm:presLayoutVars>
          <dgm:chPref val="3"/>
        </dgm:presLayoutVars>
      </dgm:prSet>
      <dgm:spPr/>
    </dgm:pt>
    <dgm:pt modelId="{2D2858E2-F91B-46DA-8421-586723A406E7}" type="pres">
      <dgm:prSet presAssocID="{B8ADE085-4934-4143-BC55-7D510FF7B7AC}" presName="hierChild2" presStyleCnt="0"/>
      <dgm:spPr/>
    </dgm:pt>
    <dgm:pt modelId="{47CB0CBF-2B05-4A70-951D-42EDDC7F14A5}" type="pres">
      <dgm:prSet presAssocID="{9831C392-5B50-4E3F-8E8D-E9D50075477A}" presName="hierRoot1" presStyleCnt="0"/>
      <dgm:spPr/>
    </dgm:pt>
    <dgm:pt modelId="{B03733E4-75F5-47E2-A3D3-B16E8610F4E7}" type="pres">
      <dgm:prSet presAssocID="{9831C392-5B50-4E3F-8E8D-E9D50075477A}" presName="composite" presStyleCnt="0"/>
      <dgm:spPr/>
    </dgm:pt>
    <dgm:pt modelId="{02951B1C-8459-40BE-B787-80BEBF722B91}" type="pres">
      <dgm:prSet presAssocID="{9831C392-5B50-4E3F-8E8D-E9D50075477A}" presName="background" presStyleLbl="node0" presStyleIdx="1" presStyleCnt="4"/>
      <dgm:spPr/>
    </dgm:pt>
    <dgm:pt modelId="{5085E831-8F1B-48B5-883A-384BE89C83C3}" type="pres">
      <dgm:prSet presAssocID="{9831C392-5B50-4E3F-8E8D-E9D50075477A}" presName="text" presStyleLbl="fgAcc0" presStyleIdx="1" presStyleCnt="4">
        <dgm:presLayoutVars>
          <dgm:chPref val="3"/>
        </dgm:presLayoutVars>
      </dgm:prSet>
      <dgm:spPr/>
    </dgm:pt>
    <dgm:pt modelId="{03CF1051-5283-446A-A9E0-846E91A48E60}" type="pres">
      <dgm:prSet presAssocID="{9831C392-5B50-4E3F-8E8D-E9D50075477A}" presName="hierChild2" presStyleCnt="0"/>
      <dgm:spPr/>
    </dgm:pt>
    <dgm:pt modelId="{4C00DCD8-198A-4ADD-AABF-3FC7546D422D}" type="pres">
      <dgm:prSet presAssocID="{644B7639-2CC9-4E13-92A7-6E1D37105B3D}" presName="hierRoot1" presStyleCnt="0"/>
      <dgm:spPr/>
    </dgm:pt>
    <dgm:pt modelId="{DF0DE6F6-48FF-4C9B-A21C-D17E9B6ED66D}" type="pres">
      <dgm:prSet presAssocID="{644B7639-2CC9-4E13-92A7-6E1D37105B3D}" presName="composite" presStyleCnt="0"/>
      <dgm:spPr/>
    </dgm:pt>
    <dgm:pt modelId="{C3EFD748-3C95-45E6-A828-5CA718099CA2}" type="pres">
      <dgm:prSet presAssocID="{644B7639-2CC9-4E13-92A7-6E1D37105B3D}" presName="background" presStyleLbl="node0" presStyleIdx="2" presStyleCnt="4"/>
      <dgm:spPr/>
    </dgm:pt>
    <dgm:pt modelId="{E0ADB2B5-C4A4-4C40-B793-22E77B225CB6}" type="pres">
      <dgm:prSet presAssocID="{644B7639-2CC9-4E13-92A7-6E1D37105B3D}" presName="text" presStyleLbl="fgAcc0" presStyleIdx="2" presStyleCnt="4">
        <dgm:presLayoutVars>
          <dgm:chPref val="3"/>
        </dgm:presLayoutVars>
      </dgm:prSet>
      <dgm:spPr/>
    </dgm:pt>
    <dgm:pt modelId="{D7E0DD16-E320-4147-9A9B-AB024CEA7B40}" type="pres">
      <dgm:prSet presAssocID="{644B7639-2CC9-4E13-92A7-6E1D37105B3D}" presName="hierChild2" presStyleCnt="0"/>
      <dgm:spPr/>
    </dgm:pt>
    <dgm:pt modelId="{055BF249-5C58-4E38-8C96-936FD3DE06CE}" type="pres">
      <dgm:prSet presAssocID="{52C56EC0-9AAD-41BF-8DA5-41A88D5C6C20}" presName="hierRoot1" presStyleCnt="0"/>
      <dgm:spPr/>
    </dgm:pt>
    <dgm:pt modelId="{F13C9698-B7A3-4BBD-AF70-06DA00656EEB}" type="pres">
      <dgm:prSet presAssocID="{52C56EC0-9AAD-41BF-8DA5-41A88D5C6C20}" presName="composite" presStyleCnt="0"/>
      <dgm:spPr/>
    </dgm:pt>
    <dgm:pt modelId="{353EA179-8430-4404-AB2A-1471A79C0E68}" type="pres">
      <dgm:prSet presAssocID="{52C56EC0-9AAD-41BF-8DA5-41A88D5C6C20}" presName="background" presStyleLbl="node0" presStyleIdx="3" presStyleCnt="4"/>
      <dgm:spPr/>
    </dgm:pt>
    <dgm:pt modelId="{CDEC6AA4-2053-41D6-83B1-9CE6AB4AB13C}" type="pres">
      <dgm:prSet presAssocID="{52C56EC0-9AAD-41BF-8DA5-41A88D5C6C20}" presName="text" presStyleLbl="fgAcc0" presStyleIdx="3" presStyleCnt="4">
        <dgm:presLayoutVars>
          <dgm:chPref val="3"/>
        </dgm:presLayoutVars>
      </dgm:prSet>
      <dgm:spPr/>
    </dgm:pt>
    <dgm:pt modelId="{07E80E36-13A4-4D30-9E82-47A94B062D72}" type="pres">
      <dgm:prSet presAssocID="{52C56EC0-9AAD-41BF-8DA5-41A88D5C6C20}" presName="hierChild2" presStyleCnt="0"/>
      <dgm:spPr/>
    </dgm:pt>
  </dgm:ptLst>
  <dgm:cxnLst>
    <dgm:cxn modelId="{FCF27955-F1F2-47E0-AC4A-ABBD5A5DC564}" type="presOf" srcId="{52C56EC0-9AAD-41BF-8DA5-41A88D5C6C20}" destId="{CDEC6AA4-2053-41D6-83B1-9CE6AB4AB13C}" srcOrd="0" destOrd="0" presId="urn:microsoft.com/office/officeart/2005/8/layout/hierarchy1"/>
    <dgm:cxn modelId="{009FC983-A841-4377-9930-8F07394B8C6E}" srcId="{3E808FDA-5E06-46C5-8A7E-DEAF65A3E6F7}" destId="{52C56EC0-9AAD-41BF-8DA5-41A88D5C6C20}" srcOrd="3" destOrd="0" parTransId="{4525F1D3-23DE-4699-B933-152124171BAE}" sibTransId="{D393BE83-0283-46C9-B884-D60FE08786B4}"/>
    <dgm:cxn modelId="{9A621289-5F05-411C-87CE-1D10382AAD71}" srcId="{3E808FDA-5E06-46C5-8A7E-DEAF65A3E6F7}" destId="{644B7639-2CC9-4E13-92A7-6E1D37105B3D}" srcOrd="2" destOrd="0" parTransId="{A206F30F-C80C-4720-88EB-AE66C2150792}" sibTransId="{FC39F8BE-88A0-4C95-84EF-B78EAAB8AFA4}"/>
    <dgm:cxn modelId="{49B1DD9A-DE2A-4A47-8C46-B50E61B84CAB}" srcId="{3E808FDA-5E06-46C5-8A7E-DEAF65A3E6F7}" destId="{B8ADE085-4934-4143-BC55-7D510FF7B7AC}" srcOrd="0" destOrd="0" parTransId="{65A6BD37-2873-44BC-99A5-701469D0EA48}" sibTransId="{3ACB4961-2E21-4F92-9B11-CEC345C0B27E}"/>
    <dgm:cxn modelId="{BB5FCE9B-68CD-4F9F-B5E8-4985B25A9427}" type="presOf" srcId="{B8ADE085-4934-4143-BC55-7D510FF7B7AC}" destId="{B95E91FB-2BAB-4BB4-8F17-C3F7EAD6EAFD}" srcOrd="0" destOrd="0" presId="urn:microsoft.com/office/officeart/2005/8/layout/hierarchy1"/>
    <dgm:cxn modelId="{A4C7A0AD-5A85-473B-9C8A-C4BF3564D853}" type="presOf" srcId="{644B7639-2CC9-4E13-92A7-6E1D37105B3D}" destId="{E0ADB2B5-C4A4-4C40-B793-22E77B225CB6}" srcOrd="0" destOrd="0" presId="urn:microsoft.com/office/officeart/2005/8/layout/hierarchy1"/>
    <dgm:cxn modelId="{EF78F7B2-12D9-4C94-A3F4-273F4257C0DD}" srcId="{3E808FDA-5E06-46C5-8A7E-DEAF65A3E6F7}" destId="{9831C392-5B50-4E3F-8E8D-E9D50075477A}" srcOrd="1" destOrd="0" parTransId="{DC9D820D-7C4F-448C-BB8B-C75C571A7DBF}" sibTransId="{ADD02103-1D10-4CAA-962D-A3E7C27BB36C}"/>
    <dgm:cxn modelId="{36D46DB5-81D2-4102-AB13-AC6F25C4A6BE}" type="presOf" srcId="{9831C392-5B50-4E3F-8E8D-E9D50075477A}" destId="{5085E831-8F1B-48B5-883A-384BE89C83C3}" srcOrd="0" destOrd="0" presId="urn:microsoft.com/office/officeart/2005/8/layout/hierarchy1"/>
    <dgm:cxn modelId="{C2E94DF1-35C9-43F6-9453-D29095EBC3E8}" type="presOf" srcId="{3E808FDA-5E06-46C5-8A7E-DEAF65A3E6F7}" destId="{CA9E75CD-4A52-426C-B06E-FD5E43320559}" srcOrd="0" destOrd="0" presId="urn:microsoft.com/office/officeart/2005/8/layout/hierarchy1"/>
    <dgm:cxn modelId="{6D140279-632B-417E-A030-390C164D9F96}" type="presParOf" srcId="{CA9E75CD-4A52-426C-B06E-FD5E43320559}" destId="{EE520906-5DB1-4B2F-857C-FDF543E65C82}" srcOrd="0" destOrd="0" presId="urn:microsoft.com/office/officeart/2005/8/layout/hierarchy1"/>
    <dgm:cxn modelId="{2E12A577-6E7D-41EA-9946-A71732C66FD7}" type="presParOf" srcId="{EE520906-5DB1-4B2F-857C-FDF543E65C82}" destId="{FBA60E54-3449-4E1B-B432-700562C6B6D6}" srcOrd="0" destOrd="0" presId="urn:microsoft.com/office/officeart/2005/8/layout/hierarchy1"/>
    <dgm:cxn modelId="{AF0BFC54-92C8-4B36-9ACB-9F9C5086C64C}" type="presParOf" srcId="{FBA60E54-3449-4E1B-B432-700562C6B6D6}" destId="{9F38EBC0-0DB0-44AB-850F-CE3964430FE7}" srcOrd="0" destOrd="0" presId="urn:microsoft.com/office/officeart/2005/8/layout/hierarchy1"/>
    <dgm:cxn modelId="{EA3E6C03-443F-4BD7-B596-8ADED8F285F9}" type="presParOf" srcId="{FBA60E54-3449-4E1B-B432-700562C6B6D6}" destId="{B95E91FB-2BAB-4BB4-8F17-C3F7EAD6EAFD}" srcOrd="1" destOrd="0" presId="urn:microsoft.com/office/officeart/2005/8/layout/hierarchy1"/>
    <dgm:cxn modelId="{8C86F59A-22F3-4B6E-BC92-D45DF30727AA}" type="presParOf" srcId="{EE520906-5DB1-4B2F-857C-FDF543E65C82}" destId="{2D2858E2-F91B-46DA-8421-586723A406E7}" srcOrd="1" destOrd="0" presId="urn:microsoft.com/office/officeart/2005/8/layout/hierarchy1"/>
    <dgm:cxn modelId="{F03DF3FC-CCA3-4515-9D84-B6CD76FC125A}" type="presParOf" srcId="{CA9E75CD-4A52-426C-B06E-FD5E43320559}" destId="{47CB0CBF-2B05-4A70-951D-42EDDC7F14A5}" srcOrd="1" destOrd="0" presId="urn:microsoft.com/office/officeart/2005/8/layout/hierarchy1"/>
    <dgm:cxn modelId="{EBF6A9B4-0116-42B0-AD4C-B894C237CD84}" type="presParOf" srcId="{47CB0CBF-2B05-4A70-951D-42EDDC7F14A5}" destId="{B03733E4-75F5-47E2-A3D3-B16E8610F4E7}" srcOrd="0" destOrd="0" presId="urn:microsoft.com/office/officeart/2005/8/layout/hierarchy1"/>
    <dgm:cxn modelId="{1BA21D59-F9EB-4FA9-9E82-0CCC0B9EE4B0}" type="presParOf" srcId="{B03733E4-75F5-47E2-A3D3-B16E8610F4E7}" destId="{02951B1C-8459-40BE-B787-80BEBF722B91}" srcOrd="0" destOrd="0" presId="urn:microsoft.com/office/officeart/2005/8/layout/hierarchy1"/>
    <dgm:cxn modelId="{EFC90749-785E-4CF9-B813-CEDBFA3F1EE1}" type="presParOf" srcId="{B03733E4-75F5-47E2-A3D3-B16E8610F4E7}" destId="{5085E831-8F1B-48B5-883A-384BE89C83C3}" srcOrd="1" destOrd="0" presId="urn:microsoft.com/office/officeart/2005/8/layout/hierarchy1"/>
    <dgm:cxn modelId="{65152DE7-2AAE-427A-AF3C-0770C4E8C6FC}" type="presParOf" srcId="{47CB0CBF-2B05-4A70-951D-42EDDC7F14A5}" destId="{03CF1051-5283-446A-A9E0-846E91A48E60}" srcOrd="1" destOrd="0" presId="urn:microsoft.com/office/officeart/2005/8/layout/hierarchy1"/>
    <dgm:cxn modelId="{5E9215D4-230A-46E0-BFC0-41AA699621E9}" type="presParOf" srcId="{CA9E75CD-4A52-426C-B06E-FD5E43320559}" destId="{4C00DCD8-198A-4ADD-AABF-3FC7546D422D}" srcOrd="2" destOrd="0" presId="urn:microsoft.com/office/officeart/2005/8/layout/hierarchy1"/>
    <dgm:cxn modelId="{18D99BCB-E284-47E3-AC33-DE74950DAB03}" type="presParOf" srcId="{4C00DCD8-198A-4ADD-AABF-3FC7546D422D}" destId="{DF0DE6F6-48FF-4C9B-A21C-D17E9B6ED66D}" srcOrd="0" destOrd="0" presId="urn:microsoft.com/office/officeart/2005/8/layout/hierarchy1"/>
    <dgm:cxn modelId="{71737B81-FB21-40D7-B2CD-5736AC395B53}" type="presParOf" srcId="{DF0DE6F6-48FF-4C9B-A21C-D17E9B6ED66D}" destId="{C3EFD748-3C95-45E6-A828-5CA718099CA2}" srcOrd="0" destOrd="0" presId="urn:microsoft.com/office/officeart/2005/8/layout/hierarchy1"/>
    <dgm:cxn modelId="{A0B0C0ED-4C10-488A-9385-5DBAA5C7D5D1}" type="presParOf" srcId="{DF0DE6F6-48FF-4C9B-A21C-D17E9B6ED66D}" destId="{E0ADB2B5-C4A4-4C40-B793-22E77B225CB6}" srcOrd="1" destOrd="0" presId="urn:microsoft.com/office/officeart/2005/8/layout/hierarchy1"/>
    <dgm:cxn modelId="{F1B7A234-FFA9-423C-92F1-EA7EA2EB9339}" type="presParOf" srcId="{4C00DCD8-198A-4ADD-AABF-3FC7546D422D}" destId="{D7E0DD16-E320-4147-9A9B-AB024CEA7B40}" srcOrd="1" destOrd="0" presId="urn:microsoft.com/office/officeart/2005/8/layout/hierarchy1"/>
    <dgm:cxn modelId="{6479A2FB-B95B-48D3-A4D9-04763CAE4736}" type="presParOf" srcId="{CA9E75CD-4A52-426C-B06E-FD5E43320559}" destId="{055BF249-5C58-4E38-8C96-936FD3DE06CE}" srcOrd="3" destOrd="0" presId="urn:microsoft.com/office/officeart/2005/8/layout/hierarchy1"/>
    <dgm:cxn modelId="{F81A741B-00B2-40D0-87AF-C6C33E786FC5}" type="presParOf" srcId="{055BF249-5C58-4E38-8C96-936FD3DE06CE}" destId="{F13C9698-B7A3-4BBD-AF70-06DA00656EEB}" srcOrd="0" destOrd="0" presId="urn:microsoft.com/office/officeart/2005/8/layout/hierarchy1"/>
    <dgm:cxn modelId="{62573569-B039-418E-BACD-ECCEBED60862}" type="presParOf" srcId="{F13C9698-B7A3-4BBD-AF70-06DA00656EEB}" destId="{353EA179-8430-4404-AB2A-1471A79C0E68}" srcOrd="0" destOrd="0" presId="urn:microsoft.com/office/officeart/2005/8/layout/hierarchy1"/>
    <dgm:cxn modelId="{9A00B164-12BD-470E-8F3D-8FF5AFAB6510}" type="presParOf" srcId="{F13C9698-B7A3-4BBD-AF70-06DA00656EEB}" destId="{CDEC6AA4-2053-41D6-83B1-9CE6AB4AB13C}" srcOrd="1" destOrd="0" presId="urn:microsoft.com/office/officeart/2005/8/layout/hierarchy1"/>
    <dgm:cxn modelId="{62745771-36AB-4DEC-912C-8C9F4366A4CD}" type="presParOf" srcId="{055BF249-5C58-4E38-8C96-936FD3DE06CE}" destId="{07E80E36-13A4-4D30-9E82-47A94B062D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32250-739C-4772-9E05-8C9C811609E2}">
      <dsp:nvSpPr>
        <dsp:cNvPr id="0" name=""/>
        <dsp:cNvSpPr/>
      </dsp:nvSpPr>
      <dsp:spPr>
        <a:xfrm>
          <a:off x="683890" y="102982"/>
          <a:ext cx="2127375" cy="21273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B8C73-3E98-4D4D-927F-392016A5383D}">
      <dsp:nvSpPr>
        <dsp:cNvPr id="0" name=""/>
        <dsp:cNvSpPr/>
      </dsp:nvSpPr>
      <dsp:spPr>
        <a:xfrm>
          <a:off x="1137265" y="556357"/>
          <a:ext cx="1220625" cy="1220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7B258-3F59-4AA3-ACFD-87615FF3AB0D}">
      <dsp:nvSpPr>
        <dsp:cNvPr id="0" name=""/>
        <dsp:cNvSpPr/>
      </dsp:nvSpPr>
      <dsp:spPr>
        <a:xfrm>
          <a:off x="3828" y="2892983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Goal: Build an intelligent research assistant using RAG pipeline.</a:t>
          </a:r>
        </a:p>
      </dsp:txBody>
      <dsp:txXfrm>
        <a:off x="3828" y="2892983"/>
        <a:ext cx="3487500" cy="720000"/>
      </dsp:txXfrm>
    </dsp:sp>
    <dsp:sp modelId="{502CABBC-9D3E-417D-936E-BCD345279F24}">
      <dsp:nvSpPr>
        <dsp:cNvPr id="0" name=""/>
        <dsp:cNvSpPr/>
      </dsp:nvSpPr>
      <dsp:spPr>
        <a:xfrm>
          <a:off x="4781703" y="102982"/>
          <a:ext cx="2127375" cy="21273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E7E63-8CE4-4079-AE39-9514FE363A00}">
      <dsp:nvSpPr>
        <dsp:cNvPr id="0" name=""/>
        <dsp:cNvSpPr/>
      </dsp:nvSpPr>
      <dsp:spPr>
        <a:xfrm>
          <a:off x="5235078" y="556357"/>
          <a:ext cx="1220625" cy="1220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105A2-E98B-4F00-84BB-03BFA2BCD1E9}">
      <dsp:nvSpPr>
        <dsp:cNvPr id="0" name=""/>
        <dsp:cNvSpPr/>
      </dsp:nvSpPr>
      <dsp:spPr>
        <a:xfrm>
          <a:off x="4101640" y="2892983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Inputs: Multiple research papers in PDF format.</a:t>
          </a:r>
        </a:p>
      </dsp:txBody>
      <dsp:txXfrm>
        <a:off x="4101640" y="2892983"/>
        <a:ext cx="3487500" cy="720000"/>
      </dsp:txXfrm>
    </dsp:sp>
    <dsp:sp modelId="{8569A1DB-562E-41D8-A712-F1AE11C369AE}">
      <dsp:nvSpPr>
        <dsp:cNvPr id="0" name=""/>
        <dsp:cNvSpPr/>
      </dsp:nvSpPr>
      <dsp:spPr>
        <a:xfrm>
          <a:off x="8879516" y="102982"/>
          <a:ext cx="2127375" cy="21273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6EBBE-9F71-4E08-9D88-6F3E8386E524}">
      <dsp:nvSpPr>
        <dsp:cNvPr id="0" name=""/>
        <dsp:cNvSpPr/>
      </dsp:nvSpPr>
      <dsp:spPr>
        <a:xfrm>
          <a:off x="9332891" y="556357"/>
          <a:ext cx="1220625" cy="12206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256DC-335D-4F31-8C57-B4156ACC7FD1}">
      <dsp:nvSpPr>
        <dsp:cNvPr id="0" name=""/>
        <dsp:cNvSpPr/>
      </dsp:nvSpPr>
      <dsp:spPr>
        <a:xfrm>
          <a:off x="8199453" y="2892983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Output: Answers to user queries backed by contextual citations.</a:t>
          </a:r>
        </a:p>
      </dsp:txBody>
      <dsp:txXfrm>
        <a:off x="8199453" y="2892983"/>
        <a:ext cx="348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85799-3C94-486C-BE10-5A120F224AF5}">
      <dsp:nvSpPr>
        <dsp:cNvPr id="0" name=""/>
        <dsp:cNvSpPr/>
      </dsp:nvSpPr>
      <dsp:spPr>
        <a:xfrm>
          <a:off x="1210390" y="95788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EDF9C-486D-4392-8E0C-7B3887189E95}">
      <dsp:nvSpPr>
        <dsp:cNvPr id="0" name=""/>
        <dsp:cNvSpPr/>
      </dsp:nvSpPr>
      <dsp:spPr>
        <a:xfrm>
          <a:off x="715390" y="203808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LangChain (RetrievalQA pipeline)</a:t>
          </a:r>
        </a:p>
      </dsp:txBody>
      <dsp:txXfrm>
        <a:off x="715390" y="2038085"/>
        <a:ext cx="1800000" cy="720000"/>
      </dsp:txXfrm>
    </dsp:sp>
    <dsp:sp modelId="{3A429AD5-31DF-4959-98D3-E511C87F4E03}">
      <dsp:nvSpPr>
        <dsp:cNvPr id="0" name=""/>
        <dsp:cNvSpPr/>
      </dsp:nvSpPr>
      <dsp:spPr>
        <a:xfrm>
          <a:off x="3325390" y="95788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D4C0D-792C-41B5-8678-B8A1B94626B7}">
      <dsp:nvSpPr>
        <dsp:cNvPr id="0" name=""/>
        <dsp:cNvSpPr/>
      </dsp:nvSpPr>
      <dsp:spPr>
        <a:xfrm>
          <a:off x="2830390" y="203808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ChromaDB (Vector DB)</a:t>
          </a:r>
        </a:p>
      </dsp:txBody>
      <dsp:txXfrm>
        <a:off x="2830390" y="2038085"/>
        <a:ext cx="1800000" cy="720000"/>
      </dsp:txXfrm>
    </dsp:sp>
    <dsp:sp modelId="{185A8927-31D2-46D1-BFFB-BD9E2071F8B4}">
      <dsp:nvSpPr>
        <dsp:cNvPr id="0" name=""/>
        <dsp:cNvSpPr/>
      </dsp:nvSpPr>
      <dsp:spPr>
        <a:xfrm>
          <a:off x="5440390" y="95788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AD708-892E-40E1-A47D-5E8C18377680}">
      <dsp:nvSpPr>
        <dsp:cNvPr id="0" name=""/>
        <dsp:cNvSpPr/>
      </dsp:nvSpPr>
      <dsp:spPr>
        <a:xfrm>
          <a:off x="4945390" y="203808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Gemini Pro (LLM)</a:t>
          </a:r>
        </a:p>
      </dsp:txBody>
      <dsp:txXfrm>
        <a:off x="4945390" y="2038085"/>
        <a:ext cx="1800000" cy="720000"/>
      </dsp:txXfrm>
    </dsp:sp>
    <dsp:sp modelId="{D8AE8858-25C5-497C-AA61-768EBFF8BB1E}">
      <dsp:nvSpPr>
        <dsp:cNvPr id="0" name=""/>
        <dsp:cNvSpPr/>
      </dsp:nvSpPr>
      <dsp:spPr>
        <a:xfrm>
          <a:off x="7555391" y="95788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354A6-2FDB-4359-9847-5CE41D08957A}">
      <dsp:nvSpPr>
        <dsp:cNvPr id="0" name=""/>
        <dsp:cNvSpPr/>
      </dsp:nvSpPr>
      <dsp:spPr>
        <a:xfrm>
          <a:off x="7060391" y="203808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Sentence Transformers</a:t>
          </a:r>
        </a:p>
      </dsp:txBody>
      <dsp:txXfrm>
        <a:off x="7060391" y="2038085"/>
        <a:ext cx="1800000" cy="720000"/>
      </dsp:txXfrm>
    </dsp:sp>
    <dsp:sp modelId="{ABEC9057-E0CD-41D9-A93A-55F7B452BA1D}">
      <dsp:nvSpPr>
        <dsp:cNvPr id="0" name=""/>
        <dsp:cNvSpPr/>
      </dsp:nvSpPr>
      <dsp:spPr>
        <a:xfrm>
          <a:off x="9670391" y="95788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02CB2-98CE-4FB2-96A7-C3E9D698EE5E}">
      <dsp:nvSpPr>
        <dsp:cNvPr id="0" name=""/>
        <dsp:cNvSpPr/>
      </dsp:nvSpPr>
      <dsp:spPr>
        <a:xfrm>
          <a:off x="9175391" y="203808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Streamlit (UI)</a:t>
          </a:r>
        </a:p>
      </dsp:txBody>
      <dsp:txXfrm>
        <a:off x="9175391" y="2038085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16B7A-421D-41B7-8B49-3F2FD97871A6}">
      <dsp:nvSpPr>
        <dsp:cNvPr id="0" name=""/>
        <dsp:cNvSpPr/>
      </dsp:nvSpPr>
      <dsp:spPr>
        <a:xfrm>
          <a:off x="552568" y="26120"/>
          <a:ext cx="1314734" cy="131473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60B21-A4EC-4A88-8338-B1F8E1E4571B}">
      <dsp:nvSpPr>
        <dsp:cNvPr id="0" name=""/>
        <dsp:cNvSpPr/>
      </dsp:nvSpPr>
      <dsp:spPr>
        <a:xfrm>
          <a:off x="832757" y="306309"/>
          <a:ext cx="754355" cy="754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5FBAE-A09E-481B-B572-BF425B7E0EBC}">
      <dsp:nvSpPr>
        <dsp:cNvPr id="0" name=""/>
        <dsp:cNvSpPr/>
      </dsp:nvSpPr>
      <dsp:spPr>
        <a:xfrm>
          <a:off x="132284" y="1750361"/>
          <a:ext cx="215530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1. PDF Loading &amp; Chunking (LangChain)</a:t>
          </a:r>
        </a:p>
      </dsp:txBody>
      <dsp:txXfrm>
        <a:off x="132284" y="1750361"/>
        <a:ext cx="2155301" cy="720000"/>
      </dsp:txXfrm>
    </dsp:sp>
    <dsp:sp modelId="{C7C87144-0A0E-4C8F-9063-E9944FC390DE}">
      <dsp:nvSpPr>
        <dsp:cNvPr id="0" name=""/>
        <dsp:cNvSpPr/>
      </dsp:nvSpPr>
      <dsp:spPr>
        <a:xfrm>
          <a:off x="3085048" y="26120"/>
          <a:ext cx="1314734" cy="131473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5C005-A969-49DD-AF34-FDBB336E7114}">
      <dsp:nvSpPr>
        <dsp:cNvPr id="0" name=""/>
        <dsp:cNvSpPr/>
      </dsp:nvSpPr>
      <dsp:spPr>
        <a:xfrm>
          <a:off x="3365237" y="306309"/>
          <a:ext cx="754355" cy="754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66812-086F-4482-9968-B15EED3E5B2B}">
      <dsp:nvSpPr>
        <dsp:cNvPr id="0" name=""/>
        <dsp:cNvSpPr/>
      </dsp:nvSpPr>
      <dsp:spPr>
        <a:xfrm>
          <a:off x="2664764" y="1750361"/>
          <a:ext cx="215530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2. Sentence Embedding (MiniLM)</a:t>
          </a:r>
        </a:p>
      </dsp:txBody>
      <dsp:txXfrm>
        <a:off x="2664764" y="1750361"/>
        <a:ext cx="2155301" cy="720000"/>
      </dsp:txXfrm>
    </dsp:sp>
    <dsp:sp modelId="{67AEF352-8F6E-4246-B13D-5E4A26C3BEF3}">
      <dsp:nvSpPr>
        <dsp:cNvPr id="0" name=""/>
        <dsp:cNvSpPr/>
      </dsp:nvSpPr>
      <dsp:spPr>
        <a:xfrm>
          <a:off x="5617528" y="26120"/>
          <a:ext cx="1314734" cy="131473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7AFFF-60E3-4151-BDE9-A809B4BD911E}">
      <dsp:nvSpPr>
        <dsp:cNvPr id="0" name=""/>
        <dsp:cNvSpPr/>
      </dsp:nvSpPr>
      <dsp:spPr>
        <a:xfrm>
          <a:off x="5897717" y="306309"/>
          <a:ext cx="754355" cy="754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37E7C-34C4-42A2-A566-78D5EA1FB169}">
      <dsp:nvSpPr>
        <dsp:cNvPr id="0" name=""/>
        <dsp:cNvSpPr/>
      </dsp:nvSpPr>
      <dsp:spPr>
        <a:xfrm>
          <a:off x="5197244" y="1750361"/>
          <a:ext cx="215530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3. Vector Store Creation (ChromaDB)</a:t>
          </a:r>
        </a:p>
      </dsp:txBody>
      <dsp:txXfrm>
        <a:off x="5197244" y="1750361"/>
        <a:ext cx="2155301" cy="720000"/>
      </dsp:txXfrm>
    </dsp:sp>
    <dsp:sp modelId="{69CA8D26-5365-47B4-94D0-058F0620EABE}">
      <dsp:nvSpPr>
        <dsp:cNvPr id="0" name=""/>
        <dsp:cNvSpPr/>
      </dsp:nvSpPr>
      <dsp:spPr>
        <a:xfrm>
          <a:off x="1818808" y="3009187"/>
          <a:ext cx="1314734" cy="131473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47856-0A6F-43E7-B1F3-61A01116FC79}">
      <dsp:nvSpPr>
        <dsp:cNvPr id="0" name=""/>
        <dsp:cNvSpPr/>
      </dsp:nvSpPr>
      <dsp:spPr>
        <a:xfrm>
          <a:off x="2098997" y="3289376"/>
          <a:ext cx="754355" cy="754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6FEE3-9CE0-4C1D-BC39-189713293483}">
      <dsp:nvSpPr>
        <dsp:cNvPr id="0" name=""/>
        <dsp:cNvSpPr/>
      </dsp:nvSpPr>
      <dsp:spPr>
        <a:xfrm>
          <a:off x="1398524" y="4733428"/>
          <a:ext cx="215530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4. Retrieval + Gemini QA Chain</a:t>
          </a:r>
        </a:p>
      </dsp:txBody>
      <dsp:txXfrm>
        <a:off x="1398524" y="4733428"/>
        <a:ext cx="2155301" cy="720000"/>
      </dsp:txXfrm>
    </dsp:sp>
    <dsp:sp modelId="{07A5B69E-2367-42F2-9E07-5010546D7F7C}">
      <dsp:nvSpPr>
        <dsp:cNvPr id="0" name=""/>
        <dsp:cNvSpPr/>
      </dsp:nvSpPr>
      <dsp:spPr>
        <a:xfrm>
          <a:off x="4351288" y="3009187"/>
          <a:ext cx="1314734" cy="131473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DB13F-2BE4-40F8-B8E2-8B5BB0B9B546}">
      <dsp:nvSpPr>
        <dsp:cNvPr id="0" name=""/>
        <dsp:cNvSpPr/>
      </dsp:nvSpPr>
      <dsp:spPr>
        <a:xfrm>
          <a:off x="4631477" y="3289376"/>
          <a:ext cx="754355" cy="7543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44088-B0E2-4440-8F77-43C2AF6554FC}">
      <dsp:nvSpPr>
        <dsp:cNvPr id="0" name=""/>
        <dsp:cNvSpPr/>
      </dsp:nvSpPr>
      <dsp:spPr>
        <a:xfrm>
          <a:off x="3931004" y="4733428"/>
          <a:ext cx="215530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5. Multi-doc UI in Streamlit</a:t>
          </a:r>
        </a:p>
      </dsp:txBody>
      <dsp:txXfrm>
        <a:off x="3931004" y="4733428"/>
        <a:ext cx="2155301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83BFD-DAA1-4060-BF2A-DFEAAB5371D8}">
      <dsp:nvSpPr>
        <dsp:cNvPr id="0" name=""/>
        <dsp:cNvSpPr/>
      </dsp:nvSpPr>
      <dsp:spPr>
        <a:xfrm>
          <a:off x="1496966" y="2381"/>
          <a:ext cx="5987864" cy="1044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81" tIns="265381" rIns="116181" bIns="26538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Upload multiple research papers.</a:t>
          </a:r>
        </a:p>
      </dsp:txBody>
      <dsp:txXfrm>
        <a:off x="1496966" y="2381"/>
        <a:ext cx="5987864" cy="1044806"/>
      </dsp:txXfrm>
    </dsp:sp>
    <dsp:sp modelId="{5EB2B4C8-A6B9-4D47-BE5D-079AC5B31D38}">
      <dsp:nvSpPr>
        <dsp:cNvPr id="0" name=""/>
        <dsp:cNvSpPr/>
      </dsp:nvSpPr>
      <dsp:spPr>
        <a:xfrm>
          <a:off x="0" y="2381"/>
          <a:ext cx="1496966" cy="1044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14" tIns="103204" rIns="79214" bIns="1032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Upload</a:t>
          </a:r>
        </a:p>
      </dsp:txBody>
      <dsp:txXfrm>
        <a:off x="0" y="2381"/>
        <a:ext cx="1496966" cy="1044806"/>
      </dsp:txXfrm>
    </dsp:sp>
    <dsp:sp modelId="{A8A8D883-5753-4246-A0A8-B1F783F59270}">
      <dsp:nvSpPr>
        <dsp:cNvPr id="0" name=""/>
        <dsp:cNvSpPr/>
      </dsp:nvSpPr>
      <dsp:spPr>
        <a:xfrm>
          <a:off x="1496966" y="1109876"/>
          <a:ext cx="5987864" cy="1044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81" tIns="265381" rIns="116181" bIns="26538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Ask research-specific questions.</a:t>
          </a:r>
        </a:p>
      </dsp:txBody>
      <dsp:txXfrm>
        <a:off x="1496966" y="1109876"/>
        <a:ext cx="5987864" cy="1044806"/>
      </dsp:txXfrm>
    </dsp:sp>
    <dsp:sp modelId="{86C47663-3245-47D4-9FA8-7B163B540888}">
      <dsp:nvSpPr>
        <dsp:cNvPr id="0" name=""/>
        <dsp:cNvSpPr/>
      </dsp:nvSpPr>
      <dsp:spPr>
        <a:xfrm>
          <a:off x="0" y="1109876"/>
          <a:ext cx="1496966" cy="1044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14" tIns="103204" rIns="79214" bIns="1032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Ask</a:t>
          </a:r>
        </a:p>
      </dsp:txBody>
      <dsp:txXfrm>
        <a:off x="0" y="1109876"/>
        <a:ext cx="1496966" cy="1044806"/>
      </dsp:txXfrm>
    </dsp:sp>
    <dsp:sp modelId="{FF3C46AC-B681-4C7E-9DBD-2B0443C0525E}">
      <dsp:nvSpPr>
        <dsp:cNvPr id="0" name=""/>
        <dsp:cNvSpPr/>
      </dsp:nvSpPr>
      <dsp:spPr>
        <a:xfrm>
          <a:off x="1496966" y="2217371"/>
          <a:ext cx="5987864" cy="1044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81" tIns="265381" rIns="116181" bIns="26538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Get precise, chunk-grounded answers.</a:t>
          </a:r>
        </a:p>
      </dsp:txBody>
      <dsp:txXfrm>
        <a:off x="1496966" y="2217371"/>
        <a:ext cx="5987864" cy="1044806"/>
      </dsp:txXfrm>
    </dsp:sp>
    <dsp:sp modelId="{CDB0B0CD-9808-4F8F-AF48-C638E77709B9}">
      <dsp:nvSpPr>
        <dsp:cNvPr id="0" name=""/>
        <dsp:cNvSpPr/>
      </dsp:nvSpPr>
      <dsp:spPr>
        <a:xfrm>
          <a:off x="0" y="2217371"/>
          <a:ext cx="1496966" cy="1044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14" tIns="103204" rIns="79214" bIns="1032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Get</a:t>
          </a:r>
        </a:p>
      </dsp:txBody>
      <dsp:txXfrm>
        <a:off x="0" y="2217371"/>
        <a:ext cx="1496966" cy="1044806"/>
      </dsp:txXfrm>
    </dsp:sp>
    <dsp:sp modelId="{43C55AC9-5C27-40AC-A35A-224EB18F5AF9}">
      <dsp:nvSpPr>
        <dsp:cNvPr id="0" name=""/>
        <dsp:cNvSpPr/>
      </dsp:nvSpPr>
      <dsp:spPr>
        <a:xfrm>
          <a:off x="1496966" y="3324866"/>
          <a:ext cx="5987864" cy="1044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81" tIns="265381" rIns="116181" bIns="26538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View citations from relevant documents.</a:t>
          </a:r>
        </a:p>
      </dsp:txBody>
      <dsp:txXfrm>
        <a:off x="1496966" y="3324866"/>
        <a:ext cx="5987864" cy="1044806"/>
      </dsp:txXfrm>
    </dsp:sp>
    <dsp:sp modelId="{71C6CEBF-D91E-4B6E-B62B-CCFB224D8EB5}">
      <dsp:nvSpPr>
        <dsp:cNvPr id="0" name=""/>
        <dsp:cNvSpPr/>
      </dsp:nvSpPr>
      <dsp:spPr>
        <a:xfrm>
          <a:off x="0" y="3324866"/>
          <a:ext cx="1496966" cy="1044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14" tIns="103204" rIns="79214" bIns="1032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View</a:t>
          </a:r>
        </a:p>
      </dsp:txBody>
      <dsp:txXfrm>
        <a:off x="0" y="3324866"/>
        <a:ext cx="1496966" cy="1044806"/>
      </dsp:txXfrm>
    </dsp:sp>
    <dsp:sp modelId="{D14DB122-80C5-4B15-A40C-2F224763521D}">
      <dsp:nvSpPr>
        <dsp:cNvPr id="0" name=""/>
        <dsp:cNvSpPr/>
      </dsp:nvSpPr>
      <dsp:spPr>
        <a:xfrm>
          <a:off x="1496966" y="4432361"/>
          <a:ext cx="5987864" cy="1044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81" tIns="265381" rIns="116181" bIns="26538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Evaluate answers with BLEU, ROUGE, EM.</a:t>
          </a:r>
        </a:p>
      </dsp:txBody>
      <dsp:txXfrm>
        <a:off x="1496966" y="4432361"/>
        <a:ext cx="5987864" cy="1044806"/>
      </dsp:txXfrm>
    </dsp:sp>
    <dsp:sp modelId="{75254113-E8B5-4478-9E5C-D9F73505F323}">
      <dsp:nvSpPr>
        <dsp:cNvPr id="0" name=""/>
        <dsp:cNvSpPr/>
      </dsp:nvSpPr>
      <dsp:spPr>
        <a:xfrm>
          <a:off x="0" y="4432361"/>
          <a:ext cx="1496966" cy="1044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14" tIns="103204" rIns="79214" bIns="1032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Evaluate</a:t>
          </a:r>
        </a:p>
      </dsp:txBody>
      <dsp:txXfrm>
        <a:off x="0" y="4432361"/>
        <a:ext cx="1496966" cy="10448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53C56-CF3D-49FA-885A-D6593DD53684}">
      <dsp:nvSpPr>
        <dsp:cNvPr id="0" name=""/>
        <dsp:cNvSpPr/>
      </dsp:nvSpPr>
      <dsp:spPr>
        <a:xfrm>
          <a:off x="998" y="1357606"/>
          <a:ext cx="2001504" cy="10007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Clean dark-themed interface.</a:t>
          </a:r>
        </a:p>
      </dsp:txBody>
      <dsp:txXfrm>
        <a:off x="998" y="1357606"/>
        <a:ext cx="2001504" cy="1000752"/>
      </dsp:txXfrm>
    </dsp:sp>
    <dsp:sp modelId="{3724ABCD-D74A-4A0E-89ED-22F1D0BCBE1C}">
      <dsp:nvSpPr>
        <dsp:cNvPr id="0" name=""/>
        <dsp:cNvSpPr/>
      </dsp:nvSpPr>
      <dsp:spPr>
        <a:xfrm>
          <a:off x="2422818" y="1357606"/>
          <a:ext cx="2001504" cy="10007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Multi-document selector (sidebar).</a:t>
          </a:r>
        </a:p>
      </dsp:txBody>
      <dsp:txXfrm>
        <a:off x="2422818" y="1357606"/>
        <a:ext cx="2001504" cy="1000752"/>
      </dsp:txXfrm>
    </dsp:sp>
    <dsp:sp modelId="{B52FAC36-6223-4AB6-9E27-2FF8B53AAAC3}">
      <dsp:nvSpPr>
        <dsp:cNvPr id="0" name=""/>
        <dsp:cNvSpPr/>
      </dsp:nvSpPr>
      <dsp:spPr>
        <a:xfrm>
          <a:off x="4844638" y="1357606"/>
          <a:ext cx="2001504" cy="10007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Question input box.</a:t>
          </a:r>
        </a:p>
      </dsp:txBody>
      <dsp:txXfrm>
        <a:off x="4844638" y="1357606"/>
        <a:ext cx="2001504" cy="1000752"/>
      </dsp:txXfrm>
    </dsp:sp>
    <dsp:sp modelId="{C785F6F0-0533-4801-89BD-416341A47BFC}">
      <dsp:nvSpPr>
        <dsp:cNvPr id="0" name=""/>
        <dsp:cNvSpPr/>
      </dsp:nvSpPr>
      <dsp:spPr>
        <a:xfrm>
          <a:off x="7266458" y="1357606"/>
          <a:ext cx="2001504" cy="10007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Retrieved answer and source chunks display.</a:t>
          </a:r>
        </a:p>
      </dsp:txBody>
      <dsp:txXfrm>
        <a:off x="7266458" y="1357606"/>
        <a:ext cx="2001504" cy="1000752"/>
      </dsp:txXfrm>
    </dsp:sp>
    <dsp:sp modelId="{40B84FA3-E26C-43A0-B35E-167D8161B43A}">
      <dsp:nvSpPr>
        <dsp:cNvPr id="0" name=""/>
        <dsp:cNvSpPr/>
      </dsp:nvSpPr>
      <dsp:spPr>
        <a:xfrm>
          <a:off x="9688278" y="1357606"/>
          <a:ext cx="2001504" cy="10007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User-friendly, responsive layout.</a:t>
          </a:r>
        </a:p>
      </dsp:txBody>
      <dsp:txXfrm>
        <a:off x="9688278" y="1357606"/>
        <a:ext cx="2001504" cy="10007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3901F-BC53-4564-AC86-F6D2D4924BB8}">
      <dsp:nvSpPr>
        <dsp:cNvPr id="0" name=""/>
        <dsp:cNvSpPr/>
      </dsp:nvSpPr>
      <dsp:spPr>
        <a:xfrm>
          <a:off x="1039270" y="794296"/>
          <a:ext cx="1088178" cy="10881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5391A-7DC8-4D3D-BB2B-602EDD079A20}">
      <dsp:nvSpPr>
        <dsp:cNvPr id="0" name=""/>
        <dsp:cNvSpPr/>
      </dsp:nvSpPr>
      <dsp:spPr>
        <a:xfrm>
          <a:off x="374272" y="2201669"/>
          <a:ext cx="24181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Gemini &amp; LangChain integration hurdles resolved.</a:t>
          </a:r>
        </a:p>
      </dsp:txBody>
      <dsp:txXfrm>
        <a:off x="374272" y="2201669"/>
        <a:ext cx="2418173" cy="720000"/>
      </dsp:txXfrm>
    </dsp:sp>
    <dsp:sp modelId="{A873CC55-CC51-4993-B845-8D47A62B00B8}">
      <dsp:nvSpPr>
        <dsp:cNvPr id="0" name=""/>
        <dsp:cNvSpPr/>
      </dsp:nvSpPr>
      <dsp:spPr>
        <a:xfrm>
          <a:off x="3880624" y="794296"/>
          <a:ext cx="1088178" cy="10881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1161D-FF86-42A1-8CF8-82608E7BA751}">
      <dsp:nvSpPr>
        <dsp:cNvPr id="0" name=""/>
        <dsp:cNvSpPr/>
      </dsp:nvSpPr>
      <dsp:spPr>
        <a:xfrm>
          <a:off x="3215626" y="2201669"/>
          <a:ext cx="24181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Handling multi-sheet PDF chunking.</a:t>
          </a:r>
        </a:p>
      </dsp:txBody>
      <dsp:txXfrm>
        <a:off x="3215626" y="2201669"/>
        <a:ext cx="2418173" cy="720000"/>
      </dsp:txXfrm>
    </dsp:sp>
    <dsp:sp modelId="{F60EC864-EBAA-4308-8C47-377A7FBC6091}">
      <dsp:nvSpPr>
        <dsp:cNvPr id="0" name=""/>
        <dsp:cNvSpPr/>
      </dsp:nvSpPr>
      <dsp:spPr>
        <a:xfrm>
          <a:off x="6721979" y="794296"/>
          <a:ext cx="1088178" cy="10881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D36E6-0ED2-4294-9BF8-A3ED105621B5}">
      <dsp:nvSpPr>
        <dsp:cNvPr id="0" name=""/>
        <dsp:cNvSpPr/>
      </dsp:nvSpPr>
      <dsp:spPr>
        <a:xfrm>
          <a:off x="6056981" y="2201669"/>
          <a:ext cx="24181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Evaluation required fine-tuning questions.</a:t>
          </a:r>
        </a:p>
      </dsp:txBody>
      <dsp:txXfrm>
        <a:off x="6056981" y="2201669"/>
        <a:ext cx="2418173" cy="720000"/>
      </dsp:txXfrm>
    </dsp:sp>
    <dsp:sp modelId="{6D3F20A2-B0FE-42BB-BEEF-E9634073EAD6}">
      <dsp:nvSpPr>
        <dsp:cNvPr id="0" name=""/>
        <dsp:cNvSpPr/>
      </dsp:nvSpPr>
      <dsp:spPr>
        <a:xfrm>
          <a:off x="9563333" y="794296"/>
          <a:ext cx="1088178" cy="10881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A8B48-EB53-4F39-9789-6447CB957CDA}">
      <dsp:nvSpPr>
        <dsp:cNvPr id="0" name=""/>
        <dsp:cNvSpPr/>
      </dsp:nvSpPr>
      <dsp:spPr>
        <a:xfrm>
          <a:off x="8898335" y="2201669"/>
          <a:ext cx="24181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📚 Learned prompt tuning &amp; vector tuning best practices.</a:t>
          </a:r>
        </a:p>
      </dsp:txBody>
      <dsp:txXfrm>
        <a:off x="8898335" y="2201669"/>
        <a:ext cx="2418173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8EBC0-0DB0-44AB-850F-CE3964430FE7}">
      <dsp:nvSpPr>
        <dsp:cNvPr id="0" name=""/>
        <dsp:cNvSpPr/>
      </dsp:nvSpPr>
      <dsp:spPr>
        <a:xfrm>
          <a:off x="3425" y="952478"/>
          <a:ext cx="2445474" cy="1552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E91FB-2BAB-4BB4-8F17-C3F7EAD6EAFD}">
      <dsp:nvSpPr>
        <dsp:cNvPr id="0" name=""/>
        <dsp:cNvSpPr/>
      </dsp:nvSpPr>
      <dsp:spPr>
        <a:xfrm>
          <a:off x="275144" y="1210611"/>
          <a:ext cx="2445474" cy="1552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Successfully built a research QA assistant with GenAI.</a:t>
          </a:r>
        </a:p>
      </dsp:txBody>
      <dsp:txXfrm>
        <a:off x="320626" y="1256093"/>
        <a:ext cx="2354510" cy="1461912"/>
      </dsp:txXfrm>
    </dsp:sp>
    <dsp:sp modelId="{02951B1C-8459-40BE-B787-80BEBF722B91}">
      <dsp:nvSpPr>
        <dsp:cNvPr id="0" name=""/>
        <dsp:cNvSpPr/>
      </dsp:nvSpPr>
      <dsp:spPr>
        <a:xfrm>
          <a:off x="2992337" y="952478"/>
          <a:ext cx="2445474" cy="1552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5E831-8F1B-48B5-883A-384BE89C83C3}">
      <dsp:nvSpPr>
        <dsp:cNvPr id="0" name=""/>
        <dsp:cNvSpPr/>
      </dsp:nvSpPr>
      <dsp:spPr>
        <a:xfrm>
          <a:off x="3264057" y="1210611"/>
          <a:ext cx="2445474" cy="1552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Supports multi-doc question answering.</a:t>
          </a:r>
        </a:p>
      </dsp:txBody>
      <dsp:txXfrm>
        <a:off x="3309539" y="1256093"/>
        <a:ext cx="2354510" cy="1461912"/>
      </dsp:txXfrm>
    </dsp:sp>
    <dsp:sp modelId="{C3EFD748-3C95-45E6-A828-5CA718099CA2}">
      <dsp:nvSpPr>
        <dsp:cNvPr id="0" name=""/>
        <dsp:cNvSpPr/>
      </dsp:nvSpPr>
      <dsp:spPr>
        <a:xfrm>
          <a:off x="5981250" y="952478"/>
          <a:ext cx="2445474" cy="1552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DB2B5-C4A4-4C40-B793-22E77B225CB6}">
      <dsp:nvSpPr>
        <dsp:cNvPr id="0" name=""/>
        <dsp:cNvSpPr/>
      </dsp:nvSpPr>
      <dsp:spPr>
        <a:xfrm>
          <a:off x="6252970" y="1210611"/>
          <a:ext cx="2445474" cy="1552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Useful for literature surveys and research reviews.</a:t>
          </a:r>
        </a:p>
      </dsp:txBody>
      <dsp:txXfrm>
        <a:off x="6298452" y="1256093"/>
        <a:ext cx="2354510" cy="1461912"/>
      </dsp:txXfrm>
    </dsp:sp>
    <dsp:sp modelId="{353EA179-8430-4404-AB2A-1471A79C0E68}">
      <dsp:nvSpPr>
        <dsp:cNvPr id="0" name=""/>
        <dsp:cNvSpPr/>
      </dsp:nvSpPr>
      <dsp:spPr>
        <a:xfrm>
          <a:off x="8970163" y="952478"/>
          <a:ext cx="2445474" cy="1552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C6AA4-2053-41D6-83B1-9CE6AB4AB13C}">
      <dsp:nvSpPr>
        <dsp:cNvPr id="0" name=""/>
        <dsp:cNvSpPr/>
      </dsp:nvSpPr>
      <dsp:spPr>
        <a:xfrm>
          <a:off x="9241882" y="1210611"/>
          <a:ext cx="2445474" cy="1552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Demonstrates LangChain + Gemini + RAG in production.</a:t>
          </a:r>
        </a:p>
      </dsp:txBody>
      <dsp:txXfrm>
        <a:off x="9287364" y="1256093"/>
        <a:ext cx="2354510" cy="1461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55320" y="-5715"/>
            <a:ext cx="6017894" cy="8235316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4081" y="1656082"/>
            <a:ext cx="10289546" cy="3139439"/>
          </a:xfrm>
        </p:spPr>
        <p:txBody>
          <a:bodyPr anchor="b">
            <a:normAutofit/>
          </a:bodyPr>
          <a:lstStyle>
            <a:lvl1pPr algn="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8453" y="4795520"/>
            <a:ext cx="8385174" cy="1666241"/>
          </a:xfrm>
        </p:spPr>
        <p:txBody>
          <a:bodyPr anchor="t">
            <a:normAutofit/>
          </a:bodyPr>
          <a:lstStyle>
            <a:lvl1pPr marL="0" indent="0" algn="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98894" y="7059931"/>
            <a:ext cx="5188853" cy="4381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1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142228" y="7040558"/>
            <a:ext cx="661400" cy="4381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736" y="3200399"/>
            <a:ext cx="10716896" cy="2532458"/>
          </a:xfrm>
        </p:spPr>
        <p:txBody>
          <a:bodyPr anchor="b"/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6733" y="5732857"/>
            <a:ext cx="10716898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9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822961"/>
            <a:ext cx="12022456" cy="21031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1175" y="3200400"/>
            <a:ext cx="5874066" cy="3749041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9561" y="3200400"/>
            <a:ext cx="5874067" cy="3749040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5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615" y="3190240"/>
            <a:ext cx="552862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>
                    <a:lumMod val="75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1173" y="4002405"/>
            <a:ext cx="5874067" cy="294703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6585" y="3200400"/>
            <a:ext cx="55470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>
                    <a:lumMod val="75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29561" y="4002405"/>
            <a:ext cx="5874067" cy="294703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7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5" y="1920240"/>
            <a:ext cx="4258945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4440" y="822960"/>
            <a:ext cx="7489188" cy="6126481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1175" y="3566160"/>
            <a:ext cx="4258945" cy="2194560"/>
          </a:xfrm>
        </p:spPr>
        <p:txBody>
          <a:bodyPr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9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269" y="2103119"/>
            <a:ext cx="6511390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13618" y="1097280"/>
            <a:ext cx="3937169" cy="54864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9269" y="3749039"/>
            <a:ext cx="6511390" cy="2194560"/>
          </a:xfrm>
        </p:spPr>
        <p:txBody>
          <a:bodyPr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1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5679438"/>
            <a:ext cx="12022453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63214" y="1118535"/>
            <a:ext cx="9871133" cy="37979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1174" y="6359524"/>
            <a:ext cx="12022453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8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5" y="822960"/>
            <a:ext cx="12022453" cy="3657600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5" y="5212080"/>
            <a:ext cx="12022456" cy="17373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47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918334" y="103562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2110" y="338327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855" y="822961"/>
            <a:ext cx="10788014" cy="3291839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4174" y="4114799"/>
            <a:ext cx="10239378" cy="4572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16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212080"/>
            <a:ext cx="12022453" cy="17373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93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6" y="3970297"/>
            <a:ext cx="12022451" cy="1762560"/>
          </a:xfrm>
        </p:spPr>
        <p:txBody>
          <a:bodyPr anchor="b">
            <a:normAutofit/>
          </a:bodyPr>
          <a:lstStyle>
            <a:lvl1pPr algn="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732857"/>
            <a:ext cx="12022452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03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918334" y="103562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2110" y="338327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855" y="822961"/>
            <a:ext cx="10788014" cy="3291839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81176" y="4663440"/>
            <a:ext cx="12022452" cy="10668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88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730240"/>
            <a:ext cx="12022452" cy="1219200"/>
          </a:xfrm>
        </p:spPr>
        <p:txBody>
          <a:bodyPr anchor="t">
            <a:normAutofit/>
          </a:bodyPr>
          <a:lstStyle>
            <a:lvl1pPr marL="0" indent="0" algn="r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4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6" y="822961"/>
            <a:ext cx="12022454" cy="327279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81175" y="4206240"/>
            <a:ext cx="12022456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212080"/>
            <a:ext cx="12022456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13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63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79187" y="822960"/>
            <a:ext cx="2124443" cy="6126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81175" y="822960"/>
            <a:ext cx="9623690" cy="612648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1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80975" y="1"/>
            <a:ext cx="2924176" cy="82296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1174" y="822961"/>
            <a:ext cx="12022456" cy="210311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2" y="3200400"/>
            <a:ext cx="12022456" cy="3749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79187" y="7059931"/>
            <a:ext cx="13716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6736" y="7059931"/>
            <a:ext cx="85010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2228" y="7059931"/>
            <a:ext cx="661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8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548640" rtl="0" eaLnBrk="1" latinLnBrk="0" hangingPunct="1">
        <a:spcBef>
          <a:spcPct val="0"/>
        </a:spcBef>
        <a:buNone/>
        <a:defRPr sz="48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8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0920" y="-5715"/>
            <a:ext cx="6017893" cy="8235314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37958" y="1656081"/>
            <a:ext cx="7265668" cy="31394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6100">
                <a:latin typeface="Segoe UI"/>
              </a:rPr>
              <a:t>Multi-Document RAG-Based Research Companion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03504" y="4795520"/>
            <a:ext cx="6200122" cy="1666241"/>
          </a:xfrm>
        </p:spPr>
        <p:txBody>
          <a:bodyPr>
            <a:normAutofit/>
          </a:bodyPr>
          <a:lstStyle/>
          <a:p>
            <a:r>
              <a:rPr lang="en-IN">
                <a:latin typeface="Segoe UI"/>
              </a:rPr>
              <a:t>GenAI Capstone Project - Q17</a:t>
            </a:r>
          </a:p>
        </p:txBody>
      </p:sp>
      <p:pic>
        <p:nvPicPr>
          <p:cNvPr id="5" name="Picture 4" descr="Stack of files">
            <a:extLst>
              <a:ext uri="{FF2B5EF4-FFF2-40B4-BE49-F238E27FC236}">
                <a16:creationId xmlns:a16="http://schemas.microsoft.com/office/drawing/2014/main" id="{8B305CDC-71E8-5ED0-EF4C-5B930C494A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79" r="14091" b="-1"/>
          <a:stretch>
            <a:fillRect/>
          </a:stretch>
        </p:blipFill>
        <p:spPr>
          <a:xfrm>
            <a:off x="20" y="10"/>
            <a:ext cx="6537940" cy="82295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847" y="822960"/>
            <a:ext cx="11690781" cy="2103118"/>
          </a:xfrm>
        </p:spPr>
        <p:txBody>
          <a:bodyPr>
            <a:normAutofit/>
          </a:bodyPr>
          <a:lstStyle/>
          <a:p>
            <a:r>
              <a:rPr lang="en-IN" dirty="0">
                <a:latin typeface="Segoe UI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6A99C0-E19C-3D6C-6659-C2F8E956E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763499"/>
              </p:ext>
            </p:extLst>
          </p:nvPr>
        </p:nvGraphicFramePr>
        <p:xfrm>
          <a:off x="2112846" y="3233474"/>
          <a:ext cx="11690782" cy="371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847" y="822960"/>
            <a:ext cx="11690781" cy="2103118"/>
          </a:xfrm>
        </p:spPr>
        <p:txBody>
          <a:bodyPr>
            <a:normAutofit/>
          </a:bodyPr>
          <a:lstStyle/>
          <a:p>
            <a:r>
              <a:rPr lang="en-IN" dirty="0">
                <a:latin typeface="Segoe UI"/>
              </a:rPr>
              <a:t>Tools &amp; Technologies Used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F6339AE-7043-8380-567D-113A62C48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93953"/>
              </p:ext>
            </p:extLst>
          </p:nvPr>
        </p:nvGraphicFramePr>
        <p:xfrm>
          <a:off x="2112846" y="3233474"/>
          <a:ext cx="11690782" cy="371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1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1540861"/>
            <a:ext cx="3374862" cy="4468603"/>
          </a:xfrm>
        </p:spPr>
        <p:txBody>
          <a:bodyPr>
            <a:normAutofit/>
          </a:bodyPr>
          <a:lstStyle/>
          <a:p>
            <a:r>
              <a:rPr lang="en-IN" sz="4300" dirty="0">
                <a:solidFill>
                  <a:srgbClr val="000000"/>
                </a:solidFill>
                <a:latin typeface="Segoe UI"/>
              </a:rPr>
              <a:t>System Architecture Overview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5394" y="778717"/>
            <a:ext cx="8258234" cy="6278357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D08191-C47D-DF1E-4B79-FCAF946B9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735678"/>
              </p:ext>
            </p:extLst>
          </p:nvPr>
        </p:nvGraphicFramePr>
        <p:xfrm>
          <a:off x="5929441" y="1190617"/>
          <a:ext cx="7484831" cy="5479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1540861"/>
            <a:ext cx="3374862" cy="4468603"/>
          </a:xfrm>
        </p:spPr>
        <p:txBody>
          <a:bodyPr>
            <a:normAutofit/>
          </a:bodyPr>
          <a:lstStyle/>
          <a:p>
            <a:r>
              <a:rPr lang="en-IN" sz="4300" dirty="0">
                <a:solidFill>
                  <a:srgbClr val="000000"/>
                </a:solidFill>
                <a:latin typeface="Segoe UI"/>
              </a:rPr>
              <a:t>Key Features</a:t>
            </a:r>
          </a:p>
        </p:txBody>
      </p:sp>
      <p:sp useBgFill="1">
        <p:nvSpPr>
          <p:cNvPr id="41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5394" y="778717"/>
            <a:ext cx="8258234" cy="6278357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30F956-9F46-1CE7-86E9-9C8ECCD82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681719"/>
              </p:ext>
            </p:extLst>
          </p:nvPr>
        </p:nvGraphicFramePr>
        <p:xfrm>
          <a:off x="5929441" y="1190617"/>
          <a:ext cx="7484831" cy="5479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847" y="822960"/>
            <a:ext cx="11690781" cy="2103118"/>
          </a:xfrm>
        </p:spPr>
        <p:txBody>
          <a:bodyPr>
            <a:normAutofit/>
          </a:bodyPr>
          <a:lstStyle/>
          <a:p>
            <a:r>
              <a:rPr lang="en-IN" dirty="0" err="1">
                <a:latin typeface="Segoe UI"/>
              </a:rPr>
              <a:t>Streamlit</a:t>
            </a:r>
            <a:r>
              <a:rPr lang="en-IN" dirty="0">
                <a:latin typeface="Segoe UI"/>
              </a:rPr>
              <a:t> UI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27DD98-36F6-7588-3D90-4810F1B82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410247"/>
              </p:ext>
            </p:extLst>
          </p:nvPr>
        </p:nvGraphicFramePr>
        <p:xfrm>
          <a:off x="2112846" y="3233474"/>
          <a:ext cx="11690782" cy="371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8318" y="-15450"/>
            <a:ext cx="3125275" cy="8268232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2735" y="0"/>
            <a:ext cx="2924177" cy="8229600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78" y="822960"/>
            <a:ext cx="8815070" cy="1696719"/>
          </a:xfrm>
        </p:spPr>
        <p:txBody>
          <a:bodyPr>
            <a:normAutofit/>
          </a:bodyPr>
          <a:lstStyle/>
          <a:p>
            <a:r>
              <a:rPr lang="en-IN" dirty="0">
                <a:latin typeface="Segoe UI"/>
              </a:rPr>
              <a:t>Evaluation Sample</a:t>
            </a:r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77DFD795-C445-1689-EDFF-6614BA42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55" r="776" b="-1"/>
          <a:stretch>
            <a:fillRect/>
          </a:stretch>
        </p:blipFill>
        <p:spPr>
          <a:xfrm>
            <a:off x="20" y="10"/>
            <a:ext cx="4150975" cy="82295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640" y="2458719"/>
            <a:ext cx="9190987" cy="449072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lang="en-GB" dirty="0">
                <a:latin typeface="Segoe UI"/>
              </a:rPr>
              <a:t>Question: What does the paper say about the future of AI?</a:t>
            </a:r>
          </a:p>
          <a:p>
            <a:pPr>
              <a:defRPr sz="2000"/>
            </a:pPr>
            <a:r>
              <a:rPr lang="en-GB" dirty="0">
                <a:latin typeface="Segoe UI"/>
              </a:rPr>
              <a:t>Answer: Gemini response aligned with AGI trends.</a:t>
            </a:r>
          </a:p>
          <a:p>
            <a:pPr>
              <a:defRPr sz="2000"/>
            </a:pPr>
            <a:r>
              <a:rPr lang="en-GB" dirty="0">
                <a:latin typeface="Segoe UI"/>
              </a:rPr>
              <a:t>Metrics: BLEU: 0.003, ROUGE-L: 0.11, EM: 0</a:t>
            </a:r>
          </a:p>
          <a:p>
            <a:pPr>
              <a:defRPr sz="2000"/>
            </a:pPr>
            <a:r>
              <a:rPr lang="en-GB" dirty="0">
                <a:latin typeface="Segoe UI"/>
              </a:rPr>
              <a:t>Conclusion: Context-grounded, partially complete answer.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847" y="822960"/>
            <a:ext cx="11690781" cy="2103118"/>
          </a:xfrm>
        </p:spPr>
        <p:txBody>
          <a:bodyPr>
            <a:normAutofit/>
          </a:bodyPr>
          <a:lstStyle/>
          <a:p>
            <a:r>
              <a:rPr lang="en-IN" dirty="0">
                <a:latin typeface="Segoe UI"/>
              </a:rPr>
              <a:t>Challenges &amp; Learnings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B7F3B3-971C-3B21-E883-D4CE4183E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460256"/>
              </p:ext>
            </p:extLst>
          </p:nvPr>
        </p:nvGraphicFramePr>
        <p:xfrm>
          <a:off x="2112846" y="3233474"/>
          <a:ext cx="11690782" cy="371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847" y="822960"/>
            <a:ext cx="11690781" cy="2103118"/>
          </a:xfrm>
        </p:spPr>
        <p:txBody>
          <a:bodyPr>
            <a:normAutofit/>
          </a:bodyPr>
          <a:lstStyle/>
          <a:p>
            <a:r>
              <a:rPr lang="en-IN" dirty="0">
                <a:latin typeface="Segoe UI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306D4C-FC61-4560-CC61-A5F38AFF7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266052"/>
              </p:ext>
            </p:extLst>
          </p:nvPr>
        </p:nvGraphicFramePr>
        <p:xfrm>
          <a:off x="2112846" y="3233474"/>
          <a:ext cx="11690782" cy="371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5320" y="-5715"/>
            <a:ext cx="6017893" cy="8235314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8FFBDF2-2917-EF3A-2602-5A29249BA54A}"/>
              </a:ext>
            </a:extLst>
          </p:cNvPr>
          <p:cNvSpPr txBox="1"/>
          <p:nvPr/>
        </p:nvSpPr>
        <p:spPr>
          <a:xfrm>
            <a:off x="4907278" y="4894108"/>
            <a:ext cx="8896348" cy="1386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n w="3175" cmpd="sng">
                  <a:noFill/>
                </a:ln>
                <a:latin typeface="+mj-lt"/>
                <a:ea typeface="+mj-ea"/>
                <a:cs typeface="+mj-cs"/>
              </a:rPr>
              <a:t>UI screenshots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EF3E1F0C-BCD9-491F-A435-D4A48FB43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2272" y="731520"/>
            <a:ext cx="9400032" cy="3767328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76978325-b27b-485f-a2cd-7fa532ccc8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463" y="1143000"/>
            <a:ext cx="7799649" cy="2944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8AEBEFE2-515F-4B18-8468-97D8C7309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42A84A1C-64AD-4415-AC50-45FB65361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B9CCB5DF-B7FE-4417-9B32-672497E3A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3C6EE6E1-4DD7-4FB0-9428-1B006458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F19641FD-140C-4164-882A-1C36915F4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1B022741-DE93-4568-9EA7-CFDF6A7B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0366A110-6771-478C-915F-09E3FC17D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12008FF-C2D5-8338-0E2F-0E4924B06BC4}"/>
              </a:ext>
            </a:extLst>
          </p:cNvPr>
          <p:cNvSpPr txBox="1"/>
          <p:nvPr/>
        </p:nvSpPr>
        <p:spPr>
          <a:xfrm>
            <a:off x="1781173" y="3200398"/>
            <a:ext cx="3374863" cy="3749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200" dirty="0"/>
              <a:t>Document filter and</a:t>
            </a:r>
            <a:br>
              <a:rPr lang="en-US" sz="2200" dirty="0"/>
            </a:br>
            <a:r>
              <a:rPr lang="en-US" sz="2200" dirty="0"/>
              <a:t>Query and Answer board 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2200" dirty="0"/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E9300062-3750-4DBC-AFC8-E9DC8EFA9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1062" y="778717"/>
            <a:ext cx="8300974" cy="6278357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ocument filter s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350" y="1214118"/>
            <a:ext cx="1432213" cy="5456049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07946e92-6cef-464e-9cdc-fd46ca2e2d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784" y="3176405"/>
            <a:ext cx="3668206" cy="1531475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C39A5A-6D63-4FAC-B6C2-D37778B97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80E46C4F-3514-46CB-AE42-CB6078352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5084902-5C24-45E2-B5A3-092541E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37FA1E91-A8BC-48A2-AC9A-E89FD9612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764E3167-8F97-4F74-BF1C-06B09CB71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7008DBEC-8AE7-4A3E-92FB-A56EDF90D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0A04160F-52CD-4394-AAF9-EE7B5A1F4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CCB1CE-A49A-4F41-3E5A-91CB52FCC621}"/>
              </a:ext>
            </a:extLst>
          </p:cNvPr>
          <p:cNvSpPr txBox="1"/>
          <p:nvPr/>
        </p:nvSpPr>
        <p:spPr>
          <a:xfrm>
            <a:off x="1781172" y="3200398"/>
            <a:ext cx="3374864" cy="3749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200" dirty="0"/>
              <a:t>Example View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55599FE3-8CCE-4364-9F89-0C11699C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5394" y="778717"/>
            <a:ext cx="8258234" cy="6278357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026a525d-3d48-49dd-8016-a05656d07b6d.png"/>
          <p:cNvPicPr>
            <a:picLocks noChangeAspect="1"/>
          </p:cNvPicPr>
          <p:nvPr/>
        </p:nvPicPr>
        <p:blipFill>
          <a:blip r:embed="rId3"/>
          <a:srcRect l="23001" r="25212" b="1"/>
          <a:stretch>
            <a:fillRect/>
          </a:stretch>
        </p:blipFill>
        <p:spPr>
          <a:xfrm>
            <a:off x="5929442" y="1214118"/>
            <a:ext cx="7484831" cy="5456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2AFBF86-5DAF-4D46-8786-F4C7A376C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975" y="0"/>
            <a:ext cx="2924177" cy="8229600"/>
            <a:chOff x="1320800" y="0"/>
            <a:chExt cx="2436813" cy="685800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19B3BDB-2DCF-406C-9AA8-9E0970E1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2B0D721-E797-4F4F-929E-7008008C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530C853-97C0-43FB-B7C2-1E5E42A73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CAD804E-1F0F-4678-871B-39A05266F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3EE94EE6-76C6-4910-A4B6-935054712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7D2EB15-59ED-43BB-8CED-7BA0BB5D3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8C2CE3DB-200E-4445-B316-69FE3850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734" y="778717"/>
            <a:ext cx="10716894" cy="6278357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c04f4d5-68ba-4073-8896-5d70b6e36e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814" y="2065692"/>
            <a:ext cx="9941459" cy="3752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</TotalTime>
  <Words>293</Words>
  <Application>Microsoft Office PowerPoint</Application>
  <PresentationFormat>Custom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Segoe UI</vt:lpstr>
      <vt:lpstr>Parallax</vt:lpstr>
      <vt:lpstr>Multi-Document RAG-Based Research Companion</vt:lpstr>
      <vt:lpstr>Introduction</vt:lpstr>
      <vt:lpstr>Tools &amp; Technologies Used</vt:lpstr>
      <vt:lpstr>System Architecture Overview</vt:lpstr>
      <vt:lpstr>Key Features</vt:lpstr>
      <vt:lpstr>Streamlit UI Overview</vt:lpstr>
      <vt:lpstr>Evaluation Sample</vt:lpstr>
      <vt:lpstr>Challenges &amp; Learnings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2025-05-27T04:50:40Z</dcterms:modified>
  <cp:category/>
</cp:coreProperties>
</file>